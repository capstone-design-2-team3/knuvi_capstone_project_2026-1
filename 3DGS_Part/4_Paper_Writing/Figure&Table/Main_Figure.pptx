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3A9"/>
    <a:srgbClr val="C5DBF5"/>
    <a:srgbClr val="15608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4830"/>
  </p:normalViewPr>
  <p:slideViewPr>
    <p:cSldViewPr snapToGrid="0">
      <p:cViewPr varScale="1">
        <p:scale>
          <a:sx n="77" d="100"/>
          <a:sy n="77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1BB9A-ABB7-214B-8D88-9F0686B28E4B}" type="datetimeFigureOut">
              <a:rPr lang="en-KR" smtClean="0"/>
              <a:t>4/23/26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AD58A-DF43-014F-869C-1B0B3401DC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841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1pPr>
    <a:lvl2pPr marL="664997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2pPr>
    <a:lvl3pPr marL="1329995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3pPr>
    <a:lvl4pPr marL="1994992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4pPr>
    <a:lvl5pPr marL="2659990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5pPr>
    <a:lvl6pPr marL="3324987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6pPr>
    <a:lvl7pPr marL="3989984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7pPr>
    <a:lvl8pPr marL="4654982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8pPr>
    <a:lvl9pPr marL="5319979" algn="l" defTabSz="1329995" rtl="0" eaLnBrk="1" latinLnBrk="0" hangingPunct="1">
      <a:defRPr sz="17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AD58A-DF43-014F-869C-1B0B3401DCF7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429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2736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061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712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103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818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507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328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784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1338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448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947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61ADD-52D3-324D-801D-FF866F3D6785}" type="datetimeFigureOut">
              <a:rPr lang="en-KR" smtClean="0"/>
              <a:t>4/23/26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D0A6F-6CAA-E744-92B1-1BCD8C818EC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72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DC9B69-B607-FA40-20DF-18A0EC2CDD4C}"/>
              </a:ext>
            </a:extLst>
          </p:cNvPr>
          <p:cNvGrpSpPr/>
          <p:nvPr/>
        </p:nvGrpSpPr>
        <p:grpSpPr>
          <a:xfrm>
            <a:off x="523145" y="537580"/>
            <a:ext cx="2973206" cy="3031274"/>
            <a:chOff x="410288" y="517176"/>
            <a:chExt cx="1920890" cy="193936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1ECA4C-6A99-C5FE-9722-5A9AE563998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0288" y="517176"/>
              <a:ext cx="1920890" cy="1939368"/>
              <a:chOff x="6253697" y="645428"/>
              <a:chExt cx="2286589" cy="230858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19152E6-F140-9B56-1BD1-1717D7D80D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00918" y="645428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>
                  <a:latin typeface="+mj-ea"/>
                  <a:ea typeface="+mj-ea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7DDA1ED-5985-D509-C89C-92F5821ECF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83083" y="772691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>
                  <a:latin typeface="+mj-ea"/>
                  <a:ea typeface="+mj-ea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65A5E0E-02EC-BB8B-A219-8FC8670D11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68390" y="893668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>
                  <a:latin typeface="+mj-ea"/>
                  <a:ea typeface="+mj-ea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C710B7-0090-0AB8-15B9-E53FB35B4A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53697" y="1014645"/>
                <a:ext cx="1939368" cy="19393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>
                  <a:latin typeface="+mj-ea"/>
                  <a:ea typeface="+mj-ea"/>
                </a:endParaRPr>
              </a:p>
            </p:txBody>
          </p: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68E801-D99B-6841-4E88-CB1169372162}"/>
                </a:ext>
              </a:extLst>
            </p:cNvPr>
            <p:cNvSpPr/>
            <p:nvPr/>
          </p:nvSpPr>
          <p:spPr>
            <a:xfrm>
              <a:off x="635302" y="1148931"/>
              <a:ext cx="1179170" cy="999195"/>
            </a:xfrm>
            <a:custGeom>
              <a:avLst/>
              <a:gdLst>
                <a:gd name="csX0" fmla="*/ 56332 w 1179170"/>
                <a:gd name="csY0" fmla="*/ 621721 h 999195"/>
                <a:gd name="csX1" fmla="*/ 14083 w 1179170"/>
                <a:gd name="csY1" fmla="*/ 725341 h 999195"/>
                <a:gd name="csX2" fmla="*/ 7041 w 1179170"/>
                <a:gd name="csY2" fmla="*/ 754947 h 999195"/>
                <a:gd name="csX3" fmla="*/ 0 w 1179170"/>
                <a:gd name="csY3" fmla="*/ 777151 h 999195"/>
                <a:gd name="csX4" fmla="*/ 14083 w 1179170"/>
                <a:gd name="csY4" fmla="*/ 865969 h 999195"/>
                <a:gd name="csX5" fmla="*/ 42249 w 1179170"/>
                <a:gd name="csY5" fmla="*/ 917779 h 999195"/>
                <a:gd name="csX6" fmla="*/ 63374 w 1179170"/>
                <a:gd name="csY6" fmla="*/ 932582 h 999195"/>
                <a:gd name="csX7" fmla="*/ 84498 w 1179170"/>
                <a:gd name="csY7" fmla="*/ 954786 h 999195"/>
                <a:gd name="csX8" fmla="*/ 126747 w 1179170"/>
                <a:gd name="csY8" fmla="*/ 969589 h 999195"/>
                <a:gd name="csX9" fmla="*/ 168996 w 1179170"/>
                <a:gd name="csY9" fmla="*/ 984391 h 999195"/>
                <a:gd name="csX10" fmla="*/ 190120 w 1179170"/>
                <a:gd name="csY10" fmla="*/ 991793 h 999195"/>
                <a:gd name="csX11" fmla="*/ 239411 w 1179170"/>
                <a:gd name="csY11" fmla="*/ 999195 h 999195"/>
                <a:gd name="csX12" fmla="*/ 337992 w 1179170"/>
                <a:gd name="csY12" fmla="*/ 991793 h 999195"/>
                <a:gd name="csX13" fmla="*/ 366158 w 1179170"/>
                <a:gd name="csY13" fmla="*/ 984391 h 999195"/>
                <a:gd name="csX14" fmla="*/ 408407 w 1179170"/>
                <a:gd name="csY14" fmla="*/ 954786 h 999195"/>
                <a:gd name="csX15" fmla="*/ 471781 w 1179170"/>
                <a:gd name="csY15" fmla="*/ 895575 h 999195"/>
                <a:gd name="csX16" fmla="*/ 499947 w 1179170"/>
                <a:gd name="csY16" fmla="*/ 843764 h 999195"/>
                <a:gd name="csX17" fmla="*/ 535155 w 1179170"/>
                <a:gd name="csY17" fmla="*/ 814159 h 999195"/>
                <a:gd name="csX18" fmla="*/ 605570 w 1179170"/>
                <a:gd name="csY18" fmla="*/ 791955 h 999195"/>
                <a:gd name="csX19" fmla="*/ 746400 w 1179170"/>
                <a:gd name="csY19" fmla="*/ 806757 h 999195"/>
                <a:gd name="csX20" fmla="*/ 802732 w 1179170"/>
                <a:gd name="csY20" fmla="*/ 851166 h 999195"/>
                <a:gd name="csX21" fmla="*/ 830898 w 1179170"/>
                <a:gd name="csY21" fmla="*/ 873370 h 999195"/>
                <a:gd name="csX22" fmla="*/ 880189 w 1179170"/>
                <a:gd name="csY22" fmla="*/ 917779 h 999195"/>
                <a:gd name="csX23" fmla="*/ 894272 w 1179170"/>
                <a:gd name="csY23" fmla="*/ 939983 h 999195"/>
                <a:gd name="csX24" fmla="*/ 950604 w 1179170"/>
                <a:gd name="csY24" fmla="*/ 976990 h 999195"/>
                <a:gd name="csX25" fmla="*/ 1056226 w 1179170"/>
                <a:gd name="csY25" fmla="*/ 954786 h 999195"/>
                <a:gd name="csX26" fmla="*/ 1084392 w 1179170"/>
                <a:gd name="csY26" fmla="*/ 917779 h 999195"/>
                <a:gd name="csX27" fmla="*/ 1119600 w 1179170"/>
                <a:gd name="csY27" fmla="*/ 880771 h 999195"/>
                <a:gd name="csX28" fmla="*/ 1161849 w 1179170"/>
                <a:gd name="csY28" fmla="*/ 806757 h 999195"/>
                <a:gd name="csX29" fmla="*/ 1168890 w 1179170"/>
                <a:gd name="csY29" fmla="*/ 769750 h 999195"/>
                <a:gd name="csX30" fmla="*/ 1168890 w 1179170"/>
                <a:gd name="csY30" fmla="*/ 695735 h 999195"/>
                <a:gd name="csX31" fmla="*/ 1140725 w 1179170"/>
                <a:gd name="csY31" fmla="*/ 666130 h 999195"/>
                <a:gd name="csX32" fmla="*/ 1077351 w 1179170"/>
                <a:gd name="csY32" fmla="*/ 562510 h 999195"/>
                <a:gd name="csX33" fmla="*/ 1035102 w 1179170"/>
                <a:gd name="csY33" fmla="*/ 458889 h 999195"/>
                <a:gd name="csX34" fmla="*/ 985811 w 1179170"/>
                <a:gd name="csY34" fmla="*/ 392276 h 999195"/>
                <a:gd name="csX35" fmla="*/ 880189 w 1179170"/>
                <a:gd name="csY35" fmla="*/ 355269 h 999195"/>
                <a:gd name="csX36" fmla="*/ 816815 w 1179170"/>
                <a:gd name="csY36" fmla="*/ 347867 h 999195"/>
                <a:gd name="csX37" fmla="*/ 795690 w 1179170"/>
                <a:gd name="csY37" fmla="*/ 340466 h 999195"/>
                <a:gd name="csX38" fmla="*/ 788649 w 1179170"/>
                <a:gd name="csY38" fmla="*/ 236846 h 999195"/>
                <a:gd name="csX39" fmla="*/ 802732 w 1179170"/>
                <a:gd name="csY39" fmla="*/ 185036 h 999195"/>
                <a:gd name="csX40" fmla="*/ 795690 w 1179170"/>
                <a:gd name="csY40" fmla="*/ 155430 h 999195"/>
                <a:gd name="csX41" fmla="*/ 774566 w 1179170"/>
                <a:gd name="csY41" fmla="*/ 148029 h 999195"/>
                <a:gd name="csX42" fmla="*/ 718234 w 1179170"/>
                <a:gd name="csY42" fmla="*/ 103620 h 999195"/>
                <a:gd name="csX43" fmla="*/ 633736 w 1179170"/>
                <a:gd name="csY43" fmla="*/ 37007 h 999195"/>
                <a:gd name="csX44" fmla="*/ 605570 w 1179170"/>
                <a:gd name="csY44" fmla="*/ 14803 h 999195"/>
                <a:gd name="csX45" fmla="*/ 528113 w 1179170"/>
                <a:gd name="csY45" fmla="*/ 0 h 999195"/>
                <a:gd name="csX46" fmla="*/ 450657 w 1179170"/>
                <a:gd name="csY46" fmla="*/ 14803 h 999195"/>
                <a:gd name="csX47" fmla="*/ 422491 w 1179170"/>
                <a:gd name="csY47" fmla="*/ 22204 h 999195"/>
                <a:gd name="csX48" fmla="*/ 408407 w 1179170"/>
                <a:gd name="csY48" fmla="*/ 51810 h 999195"/>
                <a:gd name="csX49" fmla="*/ 443615 w 1179170"/>
                <a:gd name="csY49" fmla="*/ 155430 h 999195"/>
                <a:gd name="csX50" fmla="*/ 457698 w 1179170"/>
                <a:gd name="csY50" fmla="*/ 192437 h 999195"/>
                <a:gd name="csX51" fmla="*/ 478822 w 1179170"/>
                <a:gd name="csY51" fmla="*/ 207240 h 999195"/>
                <a:gd name="csX52" fmla="*/ 485864 w 1179170"/>
                <a:gd name="csY52" fmla="*/ 229444 h 999195"/>
                <a:gd name="csX53" fmla="*/ 478822 w 1179170"/>
                <a:gd name="csY53" fmla="*/ 251649 h 999195"/>
                <a:gd name="csX54" fmla="*/ 408407 w 1179170"/>
                <a:gd name="csY54" fmla="*/ 318262 h 999195"/>
                <a:gd name="csX55" fmla="*/ 366158 w 1179170"/>
                <a:gd name="csY55" fmla="*/ 347867 h 999195"/>
                <a:gd name="csX56" fmla="*/ 352076 w 1179170"/>
                <a:gd name="csY56" fmla="*/ 370072 h 999195"/>
                <a:gd name="csX57" fmla="*/ 295743 w 1179170"/>
                <a:gd name="csY57" fmla="*/ 407079 h 999195"/>
                <a:gd name="csX58" fmla="*/ 267577 w 1179170"/>
                <a:gd name="csY58" fmla="*/ 414481 h 999195"/>
                <a:gd name="csX59" fmla="*/ 211245 w 1179170"/>
                <a:gd name="csY59" fmla="*/ 429283 h 999195"/>
                <a:gd name="csX60" fmla="*/ 105623 w 1179170"/>
                <a:gd name="csY60" fmla="*/ 436685 h 999195"/>
                <a:gd name="csX61" fmla="*/ 91540 w 1179170"/>
                <a:gd name="csY61" fmla="*/ 481094 h 999195"/>
                <a:gd name="csX62" fmla="*/ 84498 w 1179170"/>
                <a:gd name="csY62" fmla="*/ 518101 h 999195"/>
                <a:gd name="csX63" fmla="*/ 70415 w 1179170"/>
                <a:gd name="csY63" fmla="*/ 599517 h 999195"/>
                <a:gd name="csX64" fmla="*/ 42249 w 1179170"/>
                <a:gd name="csY64" fmla="*/ 651327 h 999195"/>
                <a:gd name="csX65" fmla="*/ 56332 w 1179170"/>
                <a:gd name="csY65" fmla="*/ 621721 h 99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1179170" h="999195" fill="none" extrusionOk="0">
                  <a:moveTo>
                    <a:pt x="56332" y="621721"/>
                  </a:moveTo>
                  <a:cubicBezTo>
                    <a:pt x="54758" y="630856"/>
                    <a:pt x="27256" y="689813"/>
                    <a:pt x="14083" y="725341"/>
                  </a:cubicBezTo>
                  <a:cubicBezTo>
                    <a:pt x="11115" y="735066"/>
                    <a:pt x="10250" y="744689"/>
                    <a:pt x="7041" y="754947"/>
                  </a:cubicBezTo>
                  <a:cubicBezTo>
                    <a:pt x="6447" y="762957"/>
                    <a:pt x="2467" y="769031"/>
                    <a:pt x="0" y="777151"/>
                  </a:cubicBezTo>
                  <a:cubicBezTo>
                    <a:pt x="3285" y="812832"/>
                    <a:pt x="2196" y="839333"/>
                    <a:pt x="14083" y="865969"/>
                  </a:cubicBezTo>
                  <a:cubicBezTo>
                    <a:pt x="17722" y="876006"/>
                    <a:pt x="33362" y="907156"/>
                    <a:pt x="42249" y="917779"/>
                  </a:cubicBezTo>
                  <a:cubicBezTo>
                    <a:pt x="47740" y="923641"/>
                    <a:pt x="56236" y="927636"/>
                    <a:pt x="63374" y="932582"/>
                  </a:cubicBezTo>
                  <a:cubicBezTo>
                    <a:pt x="72152" y="939959"/>
                    <a:pt x="76477" y="949605"/>
                    <a:pt x="84498" y="954786"/>
                  </a:cubicBezTo>
                  <a:cubicBezTo>
                    <a:pt x="98332" y="962735"/>
                    <a:pt x="113880" y="965439"/>
                    <a:pt x="126747" y="969589"/>
                  </a:cubicBezTo>
                  <a:cubicBezTo>
                    <a:pt x="139369" y="970042"/>
                    <a:pt x="154362" y="979751"/>
                    <a:pt x="168996" y="984391"/>
                  </a:cubicBezTo>
                  <a:cubicBezTo>
                    <a:pt x="175829" y="986760"/>
                    <a:pt x="182060" y="989558"/>
                    <a:pt x="190120" y="991793"/>
                  </a:cubicBezTo>
                  <a:cubicBezTo>
                    <a:pt x="197598" y="990521"/>
                    <a:pt x="224575" y="995325"/>
                    <a:pt x="239411" y="999195"/>
                  </a:cubicBezTo>
                  <a:cubicBezTo>
                    <a:pt x="273574" y="991057"/>
                    <a:pt x="306065" y="994148"/>
                    <a:pt x="337992" y="991793"/>
                  </a:cubicBezTo>
                  <a:cubicBezTo>
                    <a:pt x="349222" y="991040"/>
                    <a:pt x="356393" y="989612"/>
                    <a:pt x="366158" y="984391"/>
                  </a:cubicBezTo>
                  <a:cubicBezTo>
                    <a:pt x="380682" y="977524"/>
                    <a:pt x="397099" y="965165"/>
                    <a:pt x="408407" y="954786"/>
                  </a:cubicBezTo>
                  <a:cubicBezTo>
                    <a:pt x="432139" y="938465"/>
                    <a:pt x="458947" y="919802"/>
                    <a:pt x="471781" y="895575"/>
                  </a:cubicBezTo>
                  <a:cubicBezTo>
                    <a:pt x="477184" y="884255"/>
                    <a:pt x="490562" y="854943"/>
                    <a:pt x="499947" y="843764"/>
                  </a:cubicBezTo>
                  <a:cubicBezTo>
                    <a:pt x="510223" y="832640"/>
                    <a:pt x="522314" y="822848"/>
                    <a:pt x="535155" y="814159"/>
                  </a:cubicBezTo>
                  <a:cubicBezTo>
                    <a:pt x="557121" y="799762"/>
                    <a:pt x="579159" y="800391"/>
                    <a:pt x="605570" y="791955"/>
                  </a:cubicBezTo>
                  <a:cubicBezTo>
                    <a:pt x="614377" y="792360"/>
                    <a:pt x="716587" y="800776"/>
                    <a:pt x="746400" y="806757"/>
                  </a:cubicBezTo>
                  <a:cubicBezTo>
                    <a:pt x="777759" y="813596"/>
                    <a:pt x="778213" y="828833"/>
                    <a:pt x="802732" y="851166"/>
                  </a:cubicBezTo>
                  <a:cubicBezTo>
                    <a:pt x="811910" y="860797"/>
                    <a:pt x="822597" y="867022"/>
                    <a:pt x="830898" y="873370"/>
                  </a:cubicBezTo>
                  <a:cubicBezTo>
                    <a:pt x="909114" y="930511"/>
                    <a:pt x="797330" y="858312"/>
                    <a:pt x="880189" y="917779"/>
                  </a:cubicBezTo>
                  <a:cubicBezTo>
                    <a:pt x="885513" y="926072"/>
                    <a:pt x="888332" y="933769"/>
                    <a:pt x="894272" y="939983"/>
                  </a:cubicBezTo>
                  <a:cubicBezTo>
                    <a:pt x="911562" y="954523"/>
                    <a:pt x="950604" y="976990"/>
                    <a:pt x="950604" y="976990"/>
                  </a:cubicBezTo>
                  <a:cubicBezTo>
                    <a:pt x="977168" y="976613"/>
                    <a:pt x="1031478" y="975010"/>
                    <a:pt x="1056226" y="954786"/>
                  </a:cubicBezTo>
                  <a:cubicBezTo>
                    <a:pt x="1069083" y="947404"/>
                    <a:pt x="1077148" y="929947"/>
                    <a:pt x="1084392" y="917779"/>
                  </a:cubicBezTo>
                  <a:cubicBezTo>
                    <a:pt x="1097666" y="906168"/>
                    <a:pt x="1111373" y="893672"/>
                    <a:pt x="1119600" y="880771"/>
                  </a:cubicBezTo>
                  <a:cubicBezTo>
                    <a:pt x="1135786" y="857569"/>
                    <a:pt x="1161849" y="806756"/>
                    <a:pt x="1161849" y="806757"/>
                  </a:cubicBezTo>
                  <a:cubicBezTo>
                    <a:pt x="1165314" y="793799"/>
                    <a:pt x="1166079" y="783252"/>
                    <a:pt x="1168890" y="769750"/>
                  </a:cubicBezTo>
                  <a:cubicBezTo>
                    <a:pt x="1178296" y="737951"/>
                    <a:pt x="1188369" y="738054"/>
                    <a:pt x="1168890" y="695735"/>
                  </a:cubicBezTo>
                  <a:cubicBezTo>
                    <a:pt x="1163189" y="682288"/>
                    <a:pt x="1147312" y="675615"/>
                    <a:pt x="1140725" y="666130"/>
                  </a:cubicBezTo>
                  <a:cubicBezTo>
                    <a:pt x="1119007" y="632853"/>
                    <a:pt x="1096057" y="595533"/>
                    <a:pt x="1077351" y="562510"/>
                  </a:cubicBezTo>
                  <a:cubicBezTo>
                    <a:pt x="1057802" y="509434"/>
                    <a:pt x="1059094" y="505248"/>
                    <a:pt x="1035102" y="458889"/>
                  </a:cubicBezTo>
                  <a:cubicBezTo>
                    <a:pt x="1023394" y="435271"/>
                    <a:pt x="1008004" y="406522"/>
                    <a:pt x="985811" y="392276"/>
                  </a:cubicBezTo>
                  <a:cubicBezTo>
                    <a:pt x="951030" y="375736"/>
                    <a:pt x="916439" y="364510"/>
                    <a:pt x="880189" y="355269"/>
                  </a:cubicBezTo>
                  <a:cubicBezTo>
                    <a:pt x="858561" y="352021"/>
                    <a:pt x="838010" y="348663"/>
                    <a:pt x="816815" y="347867"/>
                  </a:cubicBezTo>
                  <a:cubicBezTo>
                    <a:pt x="809637" y="345513"/>
                    <a:pt x="799862" y="346889"/>
                    <a:pt x="795690" y="340466"/>
                  </a:cubicBezTo>
                  <a:cubicBezTo>
                    <a:pt x="774764" y="311694"/>
                    <a:pt x="784138" y="272661"/>
                    <a:pt x="788649" y="236846"/>
                  </a:cubicBezTo>
                  <a:cubicBezTo>
                    <a:pt x="793471" y="216235"/>
                    <a:pt x="798493" y="202452"/>
                    <a:pt x="802732" y="185036"/>
                  </a:cubicBezTo>
                  <a:cubicBezTo>
                    <a:pt x="800302" y="175574"/>
                    <a:pt x="802640" y="163560"/>
                    <a:pt x="795690" y="155430"/>
                  </a:cubicBezTo>
                  <a:cubicBezTo>
                    <a:pt x="790929" y="149342"/>
                    <a:pt x="780746" y="152163"/>
                    <a:pt x="774566" y="148029"/>
                  </a:cubicBezTo>
                  <a:cubicBezTo>
                    <a:pt x="757639" y="133640"/>
                    <a:pt x="736944" y="115384"/>
                    <a:pt x="718234" y="103620"/>
                  </a:cubicBezTo>
                  <a:cubicBezTo>
                    <a:pt x="680773" y="74542"/>
                    <a:pt x="637895" y="51205"/>
                    <a:pt x="633736" y="37007"/>
                  </a:cubicBezTo>
                  <a:cubicBezTo>
                    <a:pt x="624017" y="31107"/>
                    <a:pt x="615425" y="19372"/>
                    <a:pt x="605570" y="14803"/>
                  </a:cubicBezTo>
                  <a:cubicBezTo>
                    <a:pt x="565879" y="-371"/>
                    <a:pt x="595313" y="4809"/>
                    <a:pt x="528113" y="0"/>
                  </a:cubicBezTo>
                  <a:cubicBezTo>
                    <a:pt x="496974" y="4910"/>
                    <a:pt x="482531" y="7515"/>
                    <a:pt x="450657" y="14803"/>
                  </a:cubicBezTo>
                  <a:cubicBezTo>
                    <a:pt x="442158" y="15837"/>
                    <a:pt x="432147" y="18847"/>
                    <a:pt x="422491" y="22204"/>
                  </a:cubicBezTo>
                  <a:cubicBezTo>
                    <a:pt x="418898" y="30829"/>
                    <a:pt x="407738" y="40231"/>
                    <a:pt x="408407" y="51810"/>
                  </a:cubicBezTo>
                  <a:cubicBezTo>
                    <a:pt x="399169" y="87831"/>
                    <a:pt x="436815" y="117958"/>
                    <a:pt x="443615" y="155430"/>
                  </a:cubicBezTo>
                  <a:cubicBezTo>
                    <a:pt x="450233" y="168287"/>
                    <a:pt x="450529" y="183263"/>
                    <a:pt x="457698" y="192437"/>
                  </a:cubicBezTo>
                  <a:cubicBezTo>
                    <a:pt x="462754" y="201106"/>
                    <a:pt x="472723" y="201343"/>
                    <a:pt x="478822" y="207240"/>
                  </a:cubicBezTo>
                  <a:cubicBezTo>
                    <a:pt x="480855" y="214862"/>
                    <a:pt x="484821" y="221544"/>
                    <a:pt x="485864" y="229444"/>
                  </a:cubicBezTo>
                  <a:cubicBezTo>
                    <a:pt x="486497" y="237933"/>
                    <a:pt x="483940" y="245441"/>
                    <a:pt x="478822" y="251649"/>
                  </a:cubicBezTo>
                  <a:cubicBezTo>
                    <a:pt x="459304" y="277522"/>
                    <a:pt x="430776" y="303110"/>
                    <a:pt x="408407" y="318262"/>
                  </a:cubicBezTo>
                  <a:cubicBezTo>
                    <a:pt x="394542" y="328464"/>
                    <a:pt x="366158" y="347868"/>
                    <a:pt x="366158" y="347867"/>
                  </a:cubicBezTo>
                  <a:cubicBezTo>
                    <a:pt x="361306" y="355401"/>
                    <a:pt x="359670" y="364059"/>
                    <a:pt x="352076" y="370072"/>
                  </a:cubicBezTo>
                  <a:cubicBezTo>
                    <a:pt x="331604" y="383620"/>
                    <a:pt x="316038" y="399370"/>
                    <a:pt x="295743" y="407079"/>
                  </a:cubicBezTo>
                  <a:cubicBezTo>
                    <a:pt x="286283" y="407902"/>
                    <a:pt x="277926" y="412203"/>
                    <a:pt x="267577" y="414481"/>
                  </a:cubicBezTo>
                  <a:cubicBezTo>
                    <a:pt x="240597" y="423178"/>
                    <a:pt x="244616" y="426662"/>
                    <a:pt x="211245" y="429283"/>
                  </a:cubicBezTo>
                  <a:cubicBezTo>
                    <a:pt x="174552" y="438683"/>
                    <a:pt x="143541" y="429802"/>
                    <a:pt x="105623" y="436685"/>
                  </a:cubicBezTo>
                  <a:cubicBezTo>
                    <a:pt x="99797" y="449281"/>
                    <a:pt x="95490" y="465452"/>
                    <a:pt x="91540" y="481094"/>
                  </a:cubicBezTo>
                  <a:cubicBezTo>
                    <a:pt x="89622" y="492670"/>
                    <a:pt x="87505" y="507565"/>
                    <a:pt x="84498" y="518101"/>
                  </a:cubicBezTo>
                  <a:cubicBezTo>
                    <a:pt x="76921" y="562657"/>
                    <a:pt x="79157" y="558468"/>
                    <a:pt x="70415" y="599517"/>
                  </a:cubicBezTo>
                  <a:cubicBezTo>
                    <a:pt x="63483" y="629322"/>
                    <a:pt x="67112" y="631832"/>
                    <a:pt x="42249" y="651327"/>
                  </a:cubicBezTo>
                  <a:cubicBezTo>
                    <a:pt x="41639" y="653278"/>
                    <a:pt x="62051" y="609633"/>
                    <a:pt x="56332" y="621721"/>
                  </a:cubicBezTo>
                  <a:close/>
                </a:path>
                <a:path w="1179170" h="999195" stroke="0" extrusionOk="0">
                  <a:moveTo>
                    <a:pt x="56332" y="621721"/>
                  </a:moveTo>
                  <a:cubicBezTo>
                    <a:pt x="47223" y="631333"/>
                    <a:pt x="21363" y="692449"/>
                    <a:pt x="14083" y="725341"/>
                  </a:cubicBezTo>
                  <a:cubicBezTo>
                    <a:pt x="10723" y="734853"/>
                    <a:pt x="8866" y="745193"/>
                    <a:pt x="7041" y="754947"/>
                  </a:cubicBezTo>
                  <a:cubicBezTo>
                    <a:pt x="4036" y="763392"/>
                    <a:pt x="2221" y="770441"/>
                    <a:pt x="0" y="777151"/>
                  </a:cubicBezTo>
                  <a:cubicBezTo>
                    <a:pt x="973" y="812622"/>
                    <a:pt x="2817" y="836125"/>
                    <a:pt x="14083" y="865969"/>
                  </a:cubicBezTo>
                  <a:cubicBezTo>
                    <a:pt x="19346" y="876259"/>
                    <a:pt x="33704" y="907886"/>
                    <a:pt x="42249" y="917779"/>
                  </a:cubicBezTo>
                  <a:cubicBezTo>
                    <a:pt x="46924" y="923868"/>
                    <a:pt x="55669" y="928019"/>
                    <a:pt x="63374" y="932582"/>
                  </a:cubicBezTo>
                  <a:cubicBezTo>
                    <a:pt x="70942" y="938509"/>
                    <a:pt x="75343" y="950329"/>
                    <a:pt x="84498" y="954786"/>
                  </a:cubicBezTo>
                  <a:cubicBezTo>
                    <a:pt x="97843" y="962569"/>
                    <a:pt x="113924" y="964957"/>
                    <a:pt x="126747" y="969589"/>
                  </a:cubicBezTo>
                  <a:cubicBezTo>
                    <a:pt x="139076" y="972505"/>
                    <a:pt x="162365" y="979901"/>
                    <a:pt x="168996" y="984391"/>
                  </a:cubicBezTo>
                  <a:cubicBezTo>
                    <a:pt x="176403" y="987401"/>
                    <a:pt x="182832" y="991298"/>
                    <a:pt x="190120" y="991793"/>
                  </a:cubicBezTo>
                  <a:cubicBezTo>
                    <a:pt x="211671" y="997802"/>
                    <a:pt x="227967" y="998697"/>
                    <a:pt x="239411" y="999195"/>
                  </a:cubicBezTo>
                  <a:cubicBezTo>
                    <a:pt x="274971" y="994365"/>
                    <a:pt x="305539" y="994256"/>
                    <a:pt x="337992" y="991793"/>
                  </a:cubicBezTo>
                  <a:cubicBezTo>
                    <a:pt x="346766" y="990808"/>
                    <a:pt x="356517" y="988260"/>
                    <a:pt x="366158" y="984391"/>
                  </a:cubicBezTo>
                  <a:cubicBezTo>
                    <a:pt x="378483" y="976235"/>
                    <a:pt x="393096" y="962151"/>
                    <a:pt x="408407" y="954786"/>
                  </a:cubicBezTo>
                  <a:cubicBezTo>
                    <a:pt x="431073" y="934561"/>
                    <a:pt x="455968" y="923119"/>
                    <a:pt x="471781" y="895575"/>
                  </a:cubicBezTo>
                  <a:cubicBezTo>
                    <a:pt x="476197" y="885942"/>
                    <a:pt x="490972" y="854951"/>
                    <a:pt x="499947" y="843764"/>
                  </a:cubicBezTo>
                  <a:cubicBezTo>
                    <a:pt x="510542" y="833363"/>
                    <a:pt x="524306" y="821076"/>
                    <a:pt x="535155" y="814159"/>
                  </a:cubicBezTo>
                  <a:cubicBezTo>
                    <a:pt x="557844" y="800302"/>
                    <a:pt x="577482" y="797481"/>
                    <a:pt x="605570" y="791955"/>
                  </a:cubicBezTo>
                  <a:cubicBezTo>
                    <a:pt x="617599" y="795340"/>
                    <a:pt x="715085" y="801453"/>
                    <a:pt x="746400" y="806757"/>
                  </a:cubicBezTo>
                  <a:cubicBezTo>
                    <a:pt x="777307" y="814799"/>
                    <a:pt x="778579" y="829203"/>
                    <a:pt x="802732" y="851166"/>
                  </a:cubicBezTo>
                  <a:cubicBezTo>
                    <a:pt x="812972" y="860501"/>
                    <a:pt x="821878" y="865671"/>
                    <a:pt x="830898" y="873370"/>
                  </a:cubicBezTo>
                  <a:cubicBezTo>
                    <a:pt x="893308" y="947756"/>
                    <a:pt x="787583" y="839260"/>
                    <a:pt x="880189" y="917779"/>
                  </a:cubicBezTo>
                  <a:cubicBezTo>
                    <a:pt x="886487" y="925683"/>
                    <a:pt x="887656" y="934281"/>
                    <a:pt x="894272" y="939983"/>
                  </a:cubicBezTo>
                  <a:cubicBezTo>
                    <a:pt x="911563" y="954523"/>
                    <a:pt x="950603" y="976990"/>
                    <a:pt x="950604" y="976990"/>
                  </a:cubicBezTo>
                  <a:cubicBezTo>
                    <a:pt x="972489" y="979822"/>
                    <a:pt x="1029434" y="970685"/>
                    <a:pt x="1056226" y="954786"/>
                  </a:cubicBezTo>
                  <a:cubicBezTo>
                    <a:pt x="1069532" y="944003"/>
                    <a:pt x="1075630" y="927277"/>
                    <a:pt x="1084392" y="917779"/>
                  </a:cubicBezTo>
                  <a:cubicBezTo>
                    <a:pt x="1092670" y="903729"/>
                    <a:pt x="1110325" y="894309"/>
                    <a:pt x="1119600" y="880771"/>
                  </a:cubicBezTo>
                  <a:cubicBezTo>
                    <a:pt x="1135785" y="857569"/>
                    <a:pt x="1161849" y="806757"/>
                    <a:pt x="1161849" y="806757"/>
                  </a:cubicBezTo>
                  <a:cubicBezTo>
                    <a:pt x="1165201" y="794222"/>
                    <a:pt x="1165536" y="783647"/>
                    <a:pt x="1168890" y="769750"/>
                  </a:cubicBezTo>
                  <a:cubicBezTo>
                    <a:pt x="1177401" y="738478"/>
                    <a:pt x="1187036" y="737084"/>
                    <a:pt x="1168890" y="695735"/>
                  </a:cubicBezTo>
                  <a:cubicBezTo>
                    <a:pt x="1165383" y="683093"/>
                    <a:pt x="1148727" y="677681"/>
                    <a:pt x="1140725" y="666130"/>
                  </a:cubicBezTo>
                  <a:cubicBezTo>
                    <a:pt x="1122169" y="636976"/>
                    <a:pt x="1092906" y="605449"/>
                    <a:pt x="1077351" y="562510"/>
                  </a:cubicBezTo>
                  <a:cubicBezTo>
                    <a:pt x="1058440" y="509367"/>
                    <a:pt x="1059103" y="505182"/>
                    <a:pt x="1035102" y="458889"/>
                  </a:cubicBezTo>
                  <a:cubicBezTo>
                    <a:pt x="1021200" y="440529"/>
                    <a:pt x="1008600" y="405445"/>
                    <a:pt x="985811" y="392276"/>
                  </a:cubicBezTo>
                  <a:cubicBezTo>
                    <a:pt x="954133" y="372681"/>
                    <a:pt x="916105" y="359613"/>
                    <a:pt x="880189" y="355269"/>
                  </a:cubicBezTo>
                  <a:cubicBezTo>
                    <a:pt x="858218" y="352542"/>
                    <a:pt x="838155" y="353568"/>
                    <a:pt x="816815" y="347867"/>
                  </a:cubicBezTo>
                  <a:cubicBezTo>
                    <a:pt x="809552" y="345146"/>
                    <a:pt x="800347" y="346445"/>
                    <a:pt x="795690" y="340466"/>
                  </a:cubicBezTo>
                  <a:cubicBezTo>
                    <a:pt x="777304" y="312408"/>
                    <a:pt x="788931" y="274158"/>
                    <a:pt x="788649" y="236846"/>
                  </a:cubicBezTo>
                  <a:cubicBezTo>
                    <a:pt x="789931" y="218864"/>
                    <a:pt x="797092" y="200641"/>
                    <a:pt x="802732" y="185036"/>
                  </a:cubicBezTo>
                  <a:cubicBezTo>
                    <a:pt x="800496" y="174045"/>
                    <a:pt x="802062" y="162410"/>
                    <a:pt x="795690" y="155430"/>
                  </a:cubicBezTo>
                  <a:cubicBezTo>
                    <a:pt x="790133" y="149410"/>
                    <a:pt x="781258" y="151548"/>
                    <a:pt x="774566" y="148029"/>
                  </a:cubicBezTo>
                  <a:cubicBezTo>
                    <a:pt x="755981" y="133827"/>
                    <a:pt x="739524" y="118228"/>
                    <a:pt x="718234" y="103620"/>
                  </a:cubicBezTo>
                  <a:cubicBezTo>
                    <a:pt x="695803" y="88153"/>
                    <a:pt x="651172" y="45513"/>
                    <a:pt x="633736" y="37007"/>
                  </a:cubicBezTo>
                  <a:cubicBezTo>
                    <a:pt x="624208" y="30296"/>
                    <a:pt x="615370" y="17273"/>
                    <a:pt x="605570" y="14803"/>
                  </a:cubicBezTo>
                  <a:cubicBezTo>
                    <a:pt x="567175" y="1661"/>
                    <a:pt x="588405" y="9321"/>
                    <a:pt x="528113" y="0"/>
                  </a:cubicBezTo>
                  <a:cubicBezTo>
                    <a:pt x="496434" y="5744"/>
                    <a:pt x="480133" y="5503"/>
                    <a:pt x="450657" y="14803"/>
                  </a:cubicBezTo>
                  <a:cubicBezTo>
                    <a:pt x="440619" y="17229"/>
                    <a:pt x="431775" y="21308"/>
                    <a:pt x="422491" y="22204"/>
                  </a:cubicBezTo>
                  <a:cubicBezTo>
                    <a:pt x="416519" y="30954"/>
                    <a:pt x="409822" y="40865"/>
                    <a:pt x="408407" y="51810"/>
                  </a:cubicBezTo>
                  <a:cubicBezTo>
                    <a:pt x="402834" y="92408"/>
                    <a:pt x="429241" y="120584"/>
                    <a:pt x="443615" y="155430"/>
                  </a:cubicBezTo>
                  <a:cubicBezTo>
                    <a:pt x="446910" y="166135"/>
                    <a:pt x="450409" y="180906"/>
                    <a:pt x="457698" y="192437"/>
                  </a:cubicBezTo>
                  <a:cubicBezTo>
                    <a:pt x="462125" y="200390"/>
                    <a:pt x="471260" y="203607"/>
                    <a:pt x="478822" y="207240"/>
                  </a:cubicBezTo>
                  <a:cubicBezTo>
                    <a:pt x="479739" y="214986"/>
                    <a:pt x="486199" y="222561"/>
                    <a:pt x="485864" y="229444"/>
                  </a:cubicBezTo>
                  <a:cubicBezTo>
                    <a:pt x="485539" y="237190"/>
                    <a:pt x="483365" y="245105"/>
                    <a:pt x="478822" y="251649"/>
                  </a:cubicBezTo>
                  <a:cubicBezTo>
                    <a:pt x="459669" y="277337"/>
                    <a:pt x="437004" y="296372"/>
                    <a:pt x="408407" y="318262"/>
                  </a:cubicBezTo>
                  <a:cubicBezTo>
                    <a:pt x="394541" y="328464"/>
                    <a:pt x="366159" y="347867"/>
                    <a:pt x="366158" y="347867"/>
                  </a:cubicBezTo>
                  <a:cubicBezTo>
                    <a:pt x="361514" y="355553"/>
                    <a:pt x="359285" y="363952"/>
                    <a:pt x="352076" y="370072"/>
                  </a:cubicBezTo>
                  <a:cubicBezTo>
                    <a:pt x="337778" y="384796"/>
                    <a:pt x="317195" y="401057"/>
                    <a:pt x="295743" y="407079"/>
                  </a:cubicBezTo>
                  <a:cubicBezTo>
                    <a:pt x="284748" y="409722"/>
                    <a:pt x="277812" y="412820"/>
                    <a:pt x="267577" y="414481"/>
                  </a:cubicBezTo>
                  <a:cubicBezTo>
                    <a:pt x="240911" y="422598"/>
                    <a:pt x="244456" y="425748"/>
                    <a:pt x="211245" y="429283"/>
                  </a:cubicBezTo>
                  <a:cubicBezTo>
                    <a:pt x="177340" y="430083"/>
                    <a:pt x="142470" y="434942"/>
                    <a:pt x="105623" y="436685"/>
                  </a:cubicBezTo>
                  <a:cubicBezTo>
                    <a:pt x="101955" y="449876"/>
                    <a:pt x="94830" y="465667"/>
                    <a:pt x="91540" y="481094"/>
                  </a:cubicBezTo>
                  <a:cubicBezTo>
                    <a:pt x="91289" y="493804"/>
                    <a:pt x="86759" y="507255"/>
                    <a:pt x="84498" y="518101"/>
                  </a:cubicBezTo>
                  <a:cubicBezTo>
                    <a:pt x="76317" y="562068"/>
                    <a:pt x="79712" y="558356"/>
                    <a:pt x="70415" y="599517"/>
                  </a:cubicBezTo>
                  <a:cubicBezTo>
                    <a:pt x="64025" y="629395"/>
                    <a:pt x="67426" y="631503"/>
                    <a:pt x="42249" y="651327"/>
                  </a:cubicBezTo>
                  <a:cubicBezTo>
                    <a:pt x="40623" y="653314"/>
                    <a:pt x="62014" y="609364"/>
                    <a:pt x="56332" y="621721"/>
                  </a:cubicBezTo>
                  <a:close/>
                </a:path>
              </a:pathLst>
            </a:custGeom>
            <a:ln w="15875"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75415 w 1578611"/>
                        <a:gd name="csY0" fmla="*/ 791852 h 1272619"/>
                        <a:gd name="csX1" fmla="*/ 18854 w 1578611"/>
                        <a:gd name="csY1" fmla="*/ 923827 h 1272619"/>
                        <a:gd name="csX2" fmla="*/ 9427 w 1578611"/>
                        <a:gd name="csY2" fmla="*/ 961535 h 1272619"/>
                        <a:gd name="csX3" fmla="*/ 0 w 1578611"/>
                        <a:gd name="csY3" fmla="*/ 989815 h 1272619"/>
                        <a:gd name="csX4" fmla="*/ 18854 w 1578611"/>
                        <a:gd name="csY4" fmla="*/ 1102937 h 1272619"/>
                        <a:gd name="csX5" fmla="*/ 56561 w 1578611"/>
                        <a:gd name="csY5" fmla="*/ 1168924 h 1272619"/>
                        <a:gd name="csX6" fmla="*/ 84842 w 1578611"/>
                        <a:gd name="csY6" fmla="*/ 1187778 h 1272619"/>
                        <a:gd name="csX7" fmla="*/ 113122 w 1578611"/>
                        <a:gd name="csY7" fmla="*/ 1216058 h 1272619"/>
                        <a:gd name="csX8" fmla="*/ 169683 w 1578611"/>
                        <a:gd name="csY8" fmla="*/ 1234912 h 1272619"/>
                        <a:gd name="csX9" fmla="*/ 226244 w 1578611"/>
                        <a:gd name="csY9" fmla="*/ 1253765 h 1272619"/>
                        <a:gd name="csX10" fmla="*/ 254524 w 1578611"/>
                        <a:gd name="csY10" fmla="*/ 1263192 h 1272619"/>
                        <a:gd name="csX11" fmla="*/ 320512 w 1578611"/>
                        <a:gd name="csY11" fmla="*/ 1272619 h 1272619"/>
                        <a:gd name="csX12" fmla="*/ 452487 w 1578611"/>
                        <a:gd name="csY12" fmla="*/ 1263192 h 1272619"/>
                        <a:gd name="csX13" fmla="*/ 490194 w 1578611"/>
                        <a:gd name="csY13" fmla="*/ 1253765 h 1272619"/>
                        <a:gd name="csX14" fmla="*/ 546755 w 1578611"/>
                        <a:gd name="csY14" fmla="*/ 1216058 h 1272619"/>
                        <a:gd name="csX15" fmla="*/ 631596 w 1578611"/>
                        <a:gd name="csY15" fmla="*/ 1140644 h 1272619"/>
                        <a:gd name="csX16" fmla="*/ 669304 w 1578611"/>
                        <a:gd name="csY16" fmla="*/ 1074656 h 1272619"/>
                        <a:gd name="csX17" fmla="*/ 716438 w 1578611"/>
                        <a:gd name="csY17" fmla="*/ 1036949 h 1272619"/>
                        <a:gd name="csX18" fmla="*/ 810706 w 1578611"/>
                        <a:gd name="csY18" fmla="*/ 1008669 h 1272619"/>
                        <a:gd name="csX19" fmla="*/ 999242 w 1578611"/>
                        <a:gd name="csY19" fmla="*/ 1027522 h 1272619"/>
                        <a:gd name="csX20" fmla="*/ 1074656 w 1578611"/>
                        <a:gd name="csY20" fmla="*/ 1084083 h 1272619"/>
                        <a:gd name="csX21" fmla="*/ 1112363 w 1578611"/>
                        <a:gd name="csY21" fmla="*/ 1112363 h 1272619"/>
                        <a:gd name="csX22" fmla="*/ 1178351 w 1578611"/>
                        <a:gd name="csY22" fmla="*/ 1168924 h 1272619"/>
                        <a:gd name="csX23" fmla="*/ 1197205 w 1578611"/>
                        <a:gd name="csY23" fmla="*/ 1197205 h 1272619"/>
                        <a:gd name="csX24" fmla="*/ 1272619 w 1578611"/>
                        <a:gd name="csY24" fmla="*/ 1244339 h 1272619"/>
                        <a:gd name="csX25" fmla="*/ 1414021 w 1578611"/>
                        <a:gd name="csY25" fmla="*/ 1216058 h 1272619"/>
                        <a:gd name="csX26" fmla="*/ 1451728 w 1578611"/>
                        <a:gd name="csY26" fmla="*/ 1168924 h 1272619"/>
                        <a:gd name="csX27" fmla="*/ 1498862 w 1578611"/>
                        <a:gd name="csY27" fmla="*/ 1121790 h 1272619"/>
                        <a:gd name="csX28" fmla="*/ 1555423 w 1578611"/>
                        <a:gd name="csY28" fmla="*/ 1027522 h 1272619"/>
                        <a:gd name="csX29" fmla="*/ 1564850 w 1578611"/>
                        <a:gd name="csY29" fmla="*/ 980388 h 1272619"/>
                        <a:gd name="csX30" fmla="*/ 1564850 w 1578611"/>
                        <a:gd name="csY30" fmla="*/ 886120 h 1272619"/>
                        <a:gd name="csX31" fmla="*/ 1527143 w 1578611"/>
                        <a:gd name="csY31" fmla="*/ 848413 h 1272619"/>
                        <a:gd name="csX32" fmla="*/ 1442302 w 1578611"/>
                        <a:gd name="csY32" fmla="*/ 716438 h 1272619"/>
                        <a:gd name="csX33" fmla="*/ 1385741 w 1578611"/>
                        <a:gd name="csY33" fmla="*/ 584462 h 1272619"/>
                        <a:gd name="csX34" fmla="*/ 1319753 w 1578611"/>
                        <a:gd name="csY34" fmla="*/ 499621 h 1272619"/>
                        <a:gd name="csX35" fmla="*/ 1178351 w 1578611"/>
                        <a:gd name="csY35" fmla="*/ 452487 h 1272619"/>
                        <a:gd name="csX36" fmla="*/ 1093510 w 1578611"/>
                        <a:gd name="csY36" fmla="*/ 443060 h 1272619"/>
                        <a:gd name="csX37" fmla="*/ 1065229 w 1578611"/>
                        <a:gd name="csY37" fmla="*/ 433633 h 1272619"/>
                        <a:gd name="csX38" fmla="*/ 1055803 w 1578611"/>
                        <a:gd name="csY38" fmla="*/ 301658 h 1272619"/>
                        <a:gd name="csX39" fmla="*/ 1074656 w 1578611"/>
                        <a:gd name="csY39" fmla="*/ 235671 h 1272619"/>
                        <a:gd name="csX40" fmla="*/ 1065229 w 1578611"/>
                        <a:gd name="csY40" fmla="*/ 197963 h 1272619"/>
                        <a:gd name="csX41" fmla="*/ 1036949 w 1578611"/>
                        <a:gd name="csY41" fmla="*/ 188537 h 1272619"/>
                        <a:gd name="csX42" fmla="*/ 961535 w 1578611"/>
                        <a:gd name="csY42" fmla="*/ 131976 h 1272619"/>
                        <a:gd name="csX43" fmla="*/ 848413 w 1578611"/>
                        <a:gd name="csY43" fmla="*/ 47135 h 1272619"/>
                        <a:gd name="csX44" fmla="*/ 810706 w 1578611"/>
                        <a:gd name="csY44" fmla="*/ 18854 h 1272619"/>
                        <a:gd name="csX45" fmla="*/ 707011 w 1578611"/>
                        <a:gd name="csY45" fmla="*/ 0 h 1272619"/>
                        <a:gd name="csX46" fmla="*/ 603316 w 1578611"/>
                        <a:gd name="csY46" fmla="*/ 18854 h 1272619"/>
                        <a:gd name="csX47" fmla="*/ 565609 w 1578611"/>
                        <a:gd name="csY47" fmla="*/ 28281 h 1272619"/>
                        <a:gd name="csX48" fmla="*/ 546755 w 1578611"/>
                        <a:gd name="csY48" fmla="*/ 65988 h 1272619"/>
                        <a:gd name="csX49" fmla="*/ 593889 w 1578611"/>
                        <a:gd name="csY49" fmla="*/ 197963 h 1272619"/>
                        <a:gd name="csX50" fmla="*/ 612743 w 1578611"/>
                        <a:gd name="csY50" fmla="*/ 245097 h 1272619"/>
                        <a:gd name="csX51" fmla="*/ 641023 w 1578611"/>
                        <a:gd name="csY51" fmla="*/ 263951 h 1272619"/>
                        <a:gd name="csX52" fmla="*/ 650450 w 1578611"/>
                        <a:gd name="csY52" fmla="*/ 292231 h 1272619"/>
                        <a:gd name="csX53" fmla="*/ 641023 w 1578611"/>
                        <a:gd name="csY53" fmla="*/ 320512 h 1272619"/>
                        <a:gd name="csX54" fmla="*/ 546755 w 1578611"/>
                        <a:gd name="csY54" fmla="*/ 405353 h 1272619"/>
                        <a:gd name="csX55" fmla="*/ 490194 w 1578611"/>
                        <a:gd name="csY55" fmla="*/ 443060 h 1272619"/>
                        <a:gd name="csX56" fmla="*/ 471341 w 1578611"/>
                        <a:gd name="csY56" fmla="*/ 471341 h 1272619"/>
                        <a:gd name="csX57" fmla="*/ 395926 w 1578611"/>
                        <a:gd name="csY57" fmla="*/ 518475 h 1272619"/>
                        <a:gd name="csX58" fmla="*/ 358219 w 1578611"/>
                        <a:gd name="csY58" fmla="*/ 527902 h 1272619"/>
                        <a:gd name="csX59" fmla="*/ 282805 w 1578611"/>
                        <a:gd name="csY59" fmla="*/ 546755 h 1272619"/>
                        <a:gd name="csX60" fmla="*/ 141403 w 1578611"/>
                        <a:gd name="csY60" fmla="*/ 556182 h 1272619"/>
                        <a:gd name="csX61" fmla="*/ 122549 w 1578611"/>
                        <a:gd name="csY61" fmla="*/ 612743 h 1272619"/>
                        <a:gd name="csX62" fmla="*/ 113122 w 1578611"/>
                        <a:gd name="csY62" fmla="*/ 659877 h 1272619"/>
                        <a:gd name="csX63" fmla="*/ 94269 w 1578611"/>
                        <a:gd name="csY63" fmla="*/ 763572 h 1272619"/>
                        <a:gd name="csX64" fmla="*/ 56561 w 1578611"/>
                        <a:gd name="csY64" fmla="*/ 829559 h 1272619"/>
                        <a:gd name="csX65" fmla="*/ 75415 w 1578611"/>
                        <a:gd name="csY65" fmla="*/ 791852 h 127261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  <a:cxn ang="0">
                          <a:pos x="csX57" y="csY57"/>
                        </a:cxn>
                        <a:cxn ang="0">
                          <a:pos x="csX58" y="csY58"/>
                        </a:cxn>
                        <a:cxn ang="0">
                          <a:pos x="csX59" y="csY59"/>
                        </a:cxn>
                        <a:cxn ang="0">
                          <a:pos x="csX60" y="csY60"/>
                        </a:cxn>
                        <a:cxn ang="0">
                          <a:pos x="csX61" y="csY61"/>
                        </a:cxn>
                        <a:cxn ang="0">
                          <a:pos x="csX62" y="csY62"/>
                        </a:cxn>
                        <a:cxn ang="0">
                          <a:pos x="csX63" y="csY63"/>
                        </a:cxn>
                        <a:cxn ang="0">
                          <a:pos x="csX64" y="csY64"/>
                        </a:cxn>
                        <a:cxn ang="0">
                          <a:pos x="csX65" y="csY65"/>
                        </a:cxn>
                      </a:cxnLst>
                      <a:rect l="l" t="t" r="r" b="b"/>
                      <a:pathLst>
                        <a:path w="1578611" h="1272619">
                          <a:moveTo>
                            <a:pt x="75415" y="791852"/>
                          </a:moveTo>
                          <a:cubicBezTo>
                            <a:pt x="69130" y="807563"/>
                            <a:pt x="36201" y="879220"/>
                            <a:pt x="18854" y="923827"/>
                          </a:cubicBezTo>
                          <a:cubicBezTo>
                            <a:pt x="14158" y="935902"/>
                            <a:pt x="12986" y="949077"/>
                            <a:pt x="9427" y="961535"/>
                          </a:cubicBezTo>
                          <a:cubicBezTo>
                            <a:pt x="6697" y="971089"/>
                            <a:pt x="3142" y="980388"/>
                            <a:pt x="0" y="989815"/>
                          </a:cubicBezTo>
                          <a:cubicBezTo>
                            <a:pt x="5248" y="1037045"/>
                            <a:pt x="2272" y="1064245"/>
                            <a:pt x="18854" y="1102937"/>
                          </a:cubicBezTo>
                          <a:cubicBezTo>
                            <a:pt x="24398" y="1115873"/>
                            <a:pt x="44729" y="1157092"/>
                            <a:pt x="56561" y="1168924"/>
                          </a:cubicBezTo>
                          <a:cubicBezTo>
                            <a:pt x="64572" y="1176935"/>
                            <a:pt x="76138" y="1180525"/>
                            <a:pt x="84842" y="1187778"/>
                          </a:cubicBezTo>
                          <a:cubicBezTo>
                            <a:pt x="95083" y="1196312"/>
                            <a:pt x="101468" y="1209584"/>
                            <a:pt x="113122" y="1216058"/>
                          </a:cubicBezTo>
                          <a:cubicBezTo>
                            <a:pt x="130495" y="1225709"/>
                            <a:pt x="150829" y="1228627"/>
                            <a:pt x="169683" y="1234912"/>
                          </a:cubicBezTo>
                          <a:lnTo>
                            <a:pt x="226244" y="1253765"/>
                          </a:lnTo>
                          <a:cubicBezTo>
                            <a:pt x="235671" y="1256907"/>
                            <a:pt x="244687" y="1261787"/>
                            <a:pt x="254524" y="1263192"/>
                          </a:cubicBezTo>
                          <a:lnTo>
                            <a:pt x="320512" y="1272619"/>
                          </a:lnTo>
                          <a:cubicBezTo>
                            <a:pt x="364504" y="1269477"/>
                            <a:pt x="408653" y="1268063"/>
                            <a:pt x="452487" y="1263192"/>
                          </a:cubicBezTo>
                          <a:cubicBezTo>
                            <a:pt x="465364" y="1261761"/>
                            <a:pt x="478606" y="1259559"/>
                            <a:pt x="490194" y="1253765"/>
                          </a:cubicBezTo>
                          <a:cubicBezTo>
                            <a:pt x="510461" y="1243631"/>
                            <a:pt x="527901" y="1228627"/>
                            <a:pt x="546755" y="1216058"/>
                          </a:cubicBezTo>
                          <a:cubicBezTo>
                            <a:pt x="576645" y="1196132"/>
                            <a:pt x="615449" y="1172936"/>
                            <a:pt x="631596" y="1140644"/>
                          </a:cubicBezTo>
                          <a:cubicBezTo>
                            <a:pt x="638989" y="1125858"/>
                            <a:pt x="655980" y="1087980"/>
                            <a:pt x="669304" y="1074656"/>
                          </a:cubicBezTo>
                          <a:cubicBezTo>
                            <a:pt x="683531" y="1060429"/>
                            <a:pt x="699185" y="1047301"/>
                            <a:pt x="716438" y="1036949"/>
                          </a:cubicBezTo>
                          <a:cubicBezTo>
                            <a:pt x="747446" y="1018344"/>
                            <a:pt x="776334" y="1015543"/>
                            <a:pt x="810706" y="1008669"/>
                          </a:cubicBezTo>
                          <a:cubicBezTo>
                            <a:pt x="825108" y="1009777"/>
                            <a:pt x="963362" y="1017736"/>
                            <a:pt x="999242" y="1027522"/>
                          </a:cubicBezTo>
                          <a:cubicBezTo>
                            <a:pt x="1040436" y="1038757"/>
                            <a:pt x="1042712" y="1056132"/>
                            <a:pt x="1074656" y="1084083"/>
                          </a:cubicBezTo>
                          <a:cubicBezTo>
                            <a:pt x="1086480" y="1094429"/>
                            <a:pt x="1100434" y="1102138"/>
                            <a:pt x="1112363" y="1112363"/>
                          </a:cubicBezTo>
                          <a:cubicBezTo>
                            <a:pt x="1204273" y="1191143"/>
                            <a:pt x="1068086" y="1086226"/>
                            <a:pt x="1178351" y="1168924"/>
                          </a:cubicBezTo>
                          <a:cubicBezTo>
                            <a:pt x="1184636" y="1178351"/>
                            <a:pt x="1188358" y="1190127"/>
                            <a:pt x="1197205" y="1197205"/>
                          </a:cubicBezTo>
                          <a:cubicBezTo>
                            <a:pt x="1220353" y="1215724"/>
                            <a:pt x="1272619" y="1244339"/>
                            <a:pt x="1272619" y="1244339"/>
                          </a:cubicBezTo>
                          <a:cubicBezTo>
                            <a:pt x="1304199" y="1241181"/>
                            <a:pt x="1380180" y="1242379"/>
                            <a:pt x="1414021" y="1216058"/>
                          </a:cubicBezTo>
                          <a:cubicBezTo>
                            <a:pt x="1429903" y="1203705"/>
                            <a:pt x="1438268" y="1183879"/>
                            <a:pt x="1451728" y="1168924"/>
                          </a:cubicBezTo>
                          <a:cubicBezTo>
                            <a:pt x="1466592" y="1152409"/>
                            <a:pt x="1485722" y="1139708"/>
                            <a:pt x="1498862" y="1121790"/>
                          </a:cubicBezTo>
                          <a:cubicBezTo>
                            <a:pt x="1520532" y="1092239"/>
                            <a:pt x="1555423" y="1027522"/>
                            <a:pt x="1555423" y="1027522"/>
                          </a:cubicBezTo>
                          <a:cubicBezTo>
                            <a:pt x="1558565" y="1011811"/>
                            <a:pt x="1560964" y="995932"/>
                            <a:pt x="1564850" y="980388"/>
                          </a:cubicBezTo>
                          <a:cubicBezTo>
                            <a:pt x="1574899" y="940192"/>
                            <a:pt x="1590003" y="941456"/>
                            <a:pt x="1564850" y="886120"/>
                          </a:cubicBezTo>
                          <a:cubicBezTo>
                            <a:pt x="1557495" y="869938"/>
                            <a:pt x="1537550" y="862823"/>
                            <a:pt x="1527143" y="848413"/>
                          </a:cubicBezTo>
                          <a:cubicBezTo>
                            <a:pt x="1496523" y="806016"/>
                            <a:pt x="1460665" y="765406"/>
                            <a:pt x="1442302" y="716438"/>
                          </a:cubicBezTo>
                          <a:cubicBezTo>
                            <a:pt x="1416885" y="648660"/>
                            <a:pt x="1417968" y="643545"/>
                            <a:pt x="1385741" y="584462"/>
                          </a:cubicBezTo>
                          <a:cubicBezTo>
                            <a:pt x="1370995" y="557427"/>
                            <a:pt x="1348413" y="515998"/>
                            <a:pt x="1319753" y="499621"/>
                          </a:cubicBezTo>
                          <a:cubicBezTo>
                            <a:pt x="1276888" y="475127"/>
                            <a:pt x="1227292" y="459479"/>
                            <a:pt x="1178351" y="452487"/>
                          </a:cubicBezTo>
                          <a:cubicBezTo>
                            <a:pt x="1150183" y="448463"/>
                            <a:pt x="1121790" y="446202"/>
                            <a:pt x="1093510" y="443060"/>
                          </a:cubicBezTo>
                          <a:cubicBezTo>
                            <a:pt x="1084083" y="439918"/>
                            <a:pt x="1071005" y="441719"/>
                            <a:pt x="1065229" y="433633"/>
                          </a:cubicBezTo>
                          <a:cubicBezTo>
                            <a:pt x="1035077" y="391421"/>
                            <a:pt x="1048102" y="347864"/>
                            <a:pt x="1055803" y="301658"/>
                          </a:cubicBezTo>
                          <a:cubicBezTo>
                            <a:pt x="1059750" y="277978"/>
                            <a:pt x="1067183" y="258090"/>
                            <a:pt x="1074656" y="235671"/>
                          </a:cubicBezTo>
                          <a:cubicBezTo>
                            <a:pt x="1071514" y="223102"/>
                            <a:pt x="1073323" y="208080"/>
                            <a:pt x="1065229" y="197963"/>
                          </a:cubicBezTo>
                          <a:cubicBezTo>
                            <a:pt x="1059022" y="190204"/>
                            <a:pt x="1045332" y="193872"/>
                            <a:pt x="1036949" y="188537"/>
                          </a:cubicBezTo>
                          <a:cubicBezTo>
                            <a:pt x="1010439" y="171667"/>
                            <a:pt x="986673" y="150830"/>
                            <a:pt x="961535" y="131976"/>
                          </a:cubicBezTo>
                          <a:lnTo>
                            <a:pt x="848413" y="47135"/>
                          </a:lnTo>
                          <a:cubicBezTo>
                            <a:pt x="835844" y="37708"/>
                            <a:pt x="825611" y="23822"/>
                            <a:pt x="810706" y="18854"/>
                          </a:cubicBezTo>
                          <a:cubicBezTo>
                            <a:pt x="758391" y="1416"/>
                            <a:pt x="792285" y="10660"/>
                            <a:pt x="707011" y="0"/>
                          </a:cubicBezTo>
                          <a:cubicBezTo>
                            <a:pt x="666080" y="6822"/>
                            <a:pt x="642842" y="10070"/>
                            <a:pt x="603316" y="18854"/>
                          </a:cubicBezTo>
                          <a:cubicBezTo>
                            <a:pt x="590669" y="21665"/>
                            <a:pt x="578178" y="25139"/>
                            <a:pt x="565609" y="28281"/>
                          </a:cubicBezTo>
                          <a:cubicBezTo>
                            <a:pt x="559324" y="40850"/>
                            <a:pt x="548153" y="52005"/>
                            <a:pt x="546755" y="65988"/>
                          </a:cubicBezTo>
                          <a:cubicBezTo>
                            <a:pt x="541563" y="117902"/>
                            <a:pt x="575923" y="153050"/>
                            <a:pt x="593889" y="197963"/>
                          </a:cubicBezTo>
                          <a:cubicBezTo>
                            <a:pt x="600174" y="213674"/>
                            <a:pt x="602908" y="231327"/>
                            <a:pt x="612743" y="245097"/>
                          </a:cubicBezTo>
                          <a:cubicBezTo>
                            <a:pt x="619328" y="254316"/>
                            <a:pt x="631596" y="257666"/>
                            <a:pt x="641023" y="263951"/>
                          </a:cubicBezTo>
                          <a:cubicBezTo>
                            <a:pt x="644165" y="273378"/>
                            <a:pt x="650450" y="282294"/>
                            <a:pt x="650450" y="292231"/>
                          </a:cubicBezTo>
                          <a:cubicBezTo>
                            <a:pt x="650450" y="302168"/>
                            <a:pt x="647124" y="312668"/>
                            <a:pt x="641023" y="320512"/>
                          </a:cubicBezTo>
                          <a:cubicBezTo>
                            <a:pt x="614915" y="354079"/>
                            <a:pt x="581302" y="381170"/>
                            <a:pt x="546755" y="405353"/>
                          </a:cubicBezTo>
                          <a:cubicBezTo>
                            <a:pt x="528192" y="418347"/>
                            <a:pt x="490194" y="443060"/>
                            <a:pt x="490194" y="443060"/>
                          </a:cubicBezTo>
                          <a:cubicBezTo>
                            <a:pt x="483910" y="452487"/>
                            <a:pt x="480188" y="464263"/>
                            <a:pt x="471341" y="471341"/>
                          </a:cubicBezTo>
                          <a:cubicBezTo>
                            <a:pt x="448193" y="489860"/>
                            <a:pt x="424685" y="511285"/>
                            <a:pt x="395926" y="518475"/>
                          </a:cubicBezTo>
                          <a:cubicBezTo>
                            <a:pt x="383357" y="521617"/>
                            <a:pt x="370676" y="524343"/>
                            <a:pt x="358219" y="527902"/>
                          </a:cubicBezTo>
                          <a:cubicBezTo>
                            <a:pt x="322588" y="538082"/>
                            <a:pt x="327026" y="542333"/>
                            <a:pt x="282805" y="546755"/>
                          </a:cubicBezTo>
                          <a:cubicBezTo>
                            <a:pt x="235801" y="551456"/>
                            <a:pt x="188537" y="553040"/>
                            <a:pt x="141403" y="556182"/>
                          </a:cubicBezTo>
                          <a:cubicBezTo>
                            <a:pt x="135118" y="575036"/>
                            <a:pt x="126447" y="593255"/>
                            <a:pt x="122549" y="612743"/>
                          </a:cubicBezTo>
                          <a:cubicBezTo>
                            <a:pt x="119407" y="628454"/>
                            <a:pt x="115988" y="644113"/>
                            <a:pt x="113122" y="659877"/>
                          </a:cubicBezTo>
                          <a:cubicBezTo>
                            <a:pt x="102893" y="716134"/>
                            <a:pt x="105907" y="711199"/>
                            <a:pt x="94269" y="763572"/>
                          </a:cubicBezTo>
                          <a:cubicBezTo>
                            <a:pt x="85723" y="802031"/>
                            <a:pt x="89770" y="804653"/>
                            <a:pt x="56561" y="829559"/>
                          </a:cubicBezTo>
                          <a:cubicBezTo>
                            <a:pt x="54047" y="831444"/>
                            <a:pt x="81700" y="776141"/>
                            <a:pt x="75415" y="791852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+mj-ea"/>
                <a:ea typeface="+mj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B9343B0-305D-B772-D669-33E0042937DD}"/>
              </a:ext>
            </a:extLst>
          </p:cNvPr>
          <p:cNvSpPr txBox="1"/>
          <p:nvPr/>
        </p:nvSpPr>
        <p:spPr>
          <a:xfrm>
            <a:off x="0" y="3556181"/>
            <a:ext cx="3606456" cy="338554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KR" sz="1600" dirty="0">
                <a:latin typeface="+mj-ea"/>
                <a:ea typeface="+mj-ea"/>
              </a:rPr>
              <a:t>2D Multi-view Images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BF1F44-8764-6DE1-8F6D-A6E937E5475A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3194000" y="2135379"/>
            <a:ext cx="487779" cy="1389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855D05-32E5-77C2-7D33-244F72A18F4A}"/>
              </a:ext>
            </a:extLst>
          </p:cNvPr>
          <p:cNvCxnSpPr>
            <a:cxnSpLocks/>
          </p:cNvCxnSpPr>
          <p:nvPr/>
        </p:nvCxnSpPr>
        <p:spPr>
          <a:xfrm flipH="1">
            <a:off x="4908953" y="2135378"/>
            <a:ext cx="245601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1EF214C-9A8A-5D92-CC69-C43758CA8C6C}"/>
              </a:ext>
            </a:extLst>
          </p:cNvPr>
          <p:cNvSpPr txBox="1"/>
          <p:nvPr/>
        </p:nvSpPr>
        <p:spPr>
          <a:xfrm>
            <a:off x="4622620" y="3570691"/>
            <a:ext cx="360645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+mj-ea"/>
                <a:ea typeface="+mj-ea"/>
              </a:rPr>
              <a:t>눈 </a:t>
            </a:r>
            <a:r>
              <a:rPr lang="ko-KR" altLang="en-US" sz="1600" dirty="0" err="1">
                <a:latin typeface="+mj-ea"/>
                <a:ea typeface="+mj-ea"/>
              </a:rPr>
              <a:t>아티팩트가</a:t>
            </a:r>
            <a:r>
              <a:rPr lang="ko-KR" altLang="en-US" sz="1600" dirty="0">
                <a:latin typeface="+mj-ea"/>
                <a:ea typeface="+mj-ea"/>
              </a:rPr>
              <a:t> 적용된</a:t>
            </a:r>
            <a:endParaRPr lang="en-US" altLang="ko-KR" sz="1600" dirty="0">
              <a:latin typeface="+mj-ea"/>
              <a:ea typeface="+mj-ea"/>
            </a:endParaRPr>
          </a:p>
          <a:p>
            <a:pPr algn="ctr"/>
            <a:r>
              <a:rPr lang="en-KR" sz="1600" dirty="0">
                <a:latin typeface="+mj-ea"/>
                <a:ea typeface="+mj-ea"/>
              </a:rPr>
              <a:t>2D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 err="1">
                <a:latin typeface="+mj-ea"/>
                <a:ea typeface="+mj-ea"/>
              </a:rPr>
              <a:t>멀티뷰</a:t>
            </a:r>
            <a:r>
              <a:rPr lang="ko-KR" altLang="en-US" sz="1600" dirty="0">
                <a:latin typeface="+mj-ea"/>
                <a:ea typeface="+mj-ea"/>
              </a:rPr>
              <a:t> 영상</a:t>
            </a:r>
            <a:endParaRPr lang="en-KR" sz="1600" dirty="0">
              <a:latin typeface="+mj-ea"/>
              <a:ea typeface="+mj-ea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F98F518-8A4B-01FE-160E-2614356774B2}"/>
              </a:ext>
            </a:extLst>
          </p:cNvPr>
          <p:cNvGrpSpPr/>
          <p:nvPr/>
        </p:nvGrpSpPr>
        <p:grpSpPr>
          <a:xfrm>
            <a:off x="5200534" y="558264"/>
            <a:ext cx="2895771" cy="3018092"/>
            <a:chOff x="3635145" y="527792"/>
            <a:chExt cx="1775864" cy="174254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CDEF1E-8B81-6394-465A-344D51E84F20}"/>
                </a:ext>
              </a:extLst>
            </p:cNvPr>
            <p:cNvGrpSpPr/>
            <p:nvPr/>
          </p:nvGrpSpPr>
          <p:grpSpPr>
            <a:xfrm>
              <a:off x="3635145" y="527792"/>
              <a:ext cx="1775864" cy="1742548"/>
              <a:chOff x="410288" y="517176"/>
              <a:chExt cx="1920890" cy="1939368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1964E46-1A50-ADA2-5600-A8468A59A15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0288" y="517176"/>
                <a:ext cx="1920890" cy="1939368"/>
                <a:chOff x="6253697" y="645428"/>
                <a:chExt cx="2286589" cy="2308585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C45AE80-DC67-53F9-2BD6-8BB46BFFF7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00918" y="64542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32D6FD9-6887-DB9C-D0E5-CB10E33807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83083" y="772691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56C6963-FC3D-BA86-3009-15D345CDC7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8390" y="89366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F5D896F-30F5-6329-6DED-FC77D5D78E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53697" y="1014645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047EE0-BD9A-BB31-02E2-49D9C6A06942}"/>
                  </a:ext>
                </a:extLst>
              </p:cNvPr>
              <p:cNvSpPr/>
              <p:nvPr/>
            </p:nvSpPr>
            <p:spPr>
              <a:xfrm>
                <a:off x="635302" y="1148931"/>
                <a:ext cx="1179170" cy="999195"/>
              </a:xfrm>
              <a:custGeom>
                <a:avLst/>
                <a:gdLst>
                  <a:gd name="csX0" fmla="*/ 56332 w 1179170"/>
                  <a:gd name="csY0" fmla="*/ 621721 h 999195"/>
                  <a:gd name="csX1" fmla="*/ 14083 w 1179170"/>
                  <a:gd name="csY1" fmla="*/ 725341 h 999195"/>
                  <a:gd name="csX2" fmla="*/ 7041 w 1179170"/>
                  <a:gd name="csY2" fmla="*/ 754947 h 999195"/>
                  <a:gd name="csX3" fmla="*/ 0 w 1179170"/>
                  <a:gd name="csY3" fmla="*/ 777151 h 999195"/>
                  <a:gd name="csX4" fmla="*/ 14083 w 1179170"/>
                  <a:gd name="csY4" fmla="*/ 865969 h 999195"/>
                  <a:gd name="csX5" fmla="*/ 42249 w 1179170"/>
                  <a:gd name="csY5" fmla="*/ 917779 h 999195"/>
                  <a:gd name="csX6" fmla="*/ 63374 w 1179170"/>
                  <a:gd name="csY6" fmla="*/ 932582 h 999195"/>
                  <a:gd name="csX7" fmla="*/ 84498 w 1179170"/>
                  <a:gd name="csY7" fmla="*/ 954786 h 999195"/>
                  <a:gd name="csX8" fmla="*/ 126747 w 1179170"/>
                  <a:gd name="csY8" fmla="*/ 969589 h 999195"/>
                  <a:gd name="csX9" fmla="*/ 168996 w 1179170"/>
                  <a:gd name="csY9" fmla="*/ 984391 h 999195"/>
                  <a:gd name="csX10" fmla="*/ 190120 w 1179170"/>
                  <a:gd name="csY10" fmla="*/ 991793 h 999195"/>
                  <a:gd name="csX11" fmla="*/ 239411 w 1179170"/>
                  <a:gd name="csY11" fmla="*/ 999195 h 999195"/>
                  <a:gd name="csX12" fmla="*/ 337992 w 1179170"/>
                  <a:gd name="csY12" fmla="*/ 991793 h 999195"/>
                  <a:gd name="csX13" fmla="*/ 366158 w 1179170"/>
                  <a:gd name="csY13" fmla="*/ 984391 h 999195"/>
                  <a:gd name="csX14" fmla="*/ 408407 w 1179170"/>
                  <a:gd name="csY14" fmla="*/ 954786 h 999195"/>
                  <a:gd name="csX15" fmla="*/ 471781 w 1179170"/>
                  <a:gd name="csY15" fmla="*/ 895575 h 999195"/>
                  <a:gd name="csX16" fmla="*/ 499947 w 1179170"/>
                  <a:gd name="csY16" fmla="*/ 843764 h 999195"/>
                  <a:gd name="csX17" fmla="*/ 535155 w 1179170"/>
                  <a:gd name="csY17" fmla="*/ 814159 h 999195"/>
                  <a:gd name="csX18" fmla="*/ 605570 w 1179170"/>
                  <a:gd name="csY18" fmla="*/ 791955 h 999195"/>
                  <a:gd name="csX19" fmla="*/ 746400 w 1179170"/>
                  <a:gd name="csY19" fmla="*/ 806757 h 999195"/>
                  <a:gd name="csX20" fmla="*/ 802732 w 1179170"/>
                  <a:gd name="csY20" fmla="*/ 851166 h 999195"/>
                  <a:gd name="csX21" fmla="*/ 830898 w 1179170"/>
                  <a:gd name="csY21" fmla="*/ 873370 h 999195"/>
                  <a:gd name="csX22" fmla="*/ 880189 w 1179170"/>
                  <a:gd name="csY22" fmla="*/ 917779 h 999195"/>
                  <a:gd name="csX23" fmla="*/ 894272 w 1179170"/>
                  <a:gd name="csY23" fmla="*/ 939983 h 999195"/>
                  <a:gd name="csX24" fmla="*/ 950604 w 1179170"/>
                  <a:gd name="csY24" fmla="*/ 976990 h 999195"/>
                  <a:gd name="csX25" fmla="*/ 1056226 w 1179170"/>
                  <a:gd name="csY25" fmla="*/ 954786 h 999195"/>
                  <a:gd name="csX26" fmla="*/ 1084392 w 1179170"/>
                  <a:gd name="csY26" fmla="*/ 917779 h 999195"/>
                  <a:gd name="csX27" fmla="*/ 1119600 w 1179170"/>
                  <a:gd name="csY27" fmla="*/ 880771 h 999195"/>
                  <a:gd name="csX28" fmla="*/ 1161849 w 1179170"/>
                  <a:gd name="csY28" fmla="*/ 806757 h 999195"/>
                  <a:gd name="csX29" fmla="*/ 1168890 w 1179170"/>
                  <a:gd name="csY29" fmla="*/ 769750 h 999195"/>
                  <a:gd name="csX30" fmla="*/ 1168890 w 1179170"/>
                  <a:gd name="csY30" fmla="*/ 695735 h 999195"/>
                  <a:gd name="csX31" fmla="*/ 1140725 w 1179170"/>
                  <a:gd name="csY31" fmla="*/ 666130 h 999195"/>
                  <a:gd name="csX32" fmla="*/ 1077351 w 1179170"/>
                  <a:gd name="csY32" fmla="*/ 562510 h 999195"/>
                  <a:gd name="csX33" fmla="*/ 1035102 w 1179170"/>
                  <a:gd name="csY33" fmla="*/ 458889 h 999195"/>
                  <a:gd name="csX34" fmla="*/ 985811 w 1179170"/>
                  <a:gd name="csY34" fmla="*/ 392276 h 999195"/>
                  <a:gd name="csX35" fmla="*/ 880189 w 1179170"/>
                  <a:gd name="csY35" fmla="*/ 355269 h 999195"/>
                  <a:gd name="csX36" fmla="*/ 816815 w 1179170"/>
                  <a:gd name="csY36" fmla="*/ 347867 h 999195"/>
                  <a:gd name="csX37" fmla="*/ 795690 w 1179170"/>
                  <a:gd name="csY37" fmla="*/ 340466 h 999195"/>
                  <a:gd name="csX38" fmla="*/ 788649 w 1179170"/>
                  <a:gd name="csY38" fmla="*/ 236846 h 999195"/>
                  <a:gd name="csX39" fmla="*/ 802732 w 1179170"/>
                  <a:gd name="csY39" fmla="*/ 185036 h 999195"/>
                  <a:gd name="csX40" fmla="*/ 795690 w 1179170"/>
                  <a:gd name="csY40" fmla="*/ 155430 h 999195"/>
                  <a:gd name="csX41" fmla="*/ 774566 w 1179170"/>
                  <a:gd name="csY41" fmla="*/ 148029 h 999195"/>
                  <a:gd name="csX42" fmla="*/ 718234 w 1179170"/>
                  <a:gd name="csY42" fmla="*/ 103620 h 999195"/>
                  <a:gd name="csX43" fmla="*/ 633736 w 1179170"/>
                  <a:gd name="csY43" fmla="*/ 37007 h 999195"/>
                  <a:gd name="csX44" fmla="*/ 605570 w 1179170"/>
                  <a:gd name="csY44" fmla="*/ 14803 h 999195"/>
                  <a:gd name="csX45" fmla="*/ 528113 w 1179170"/>
                  <a:gd name="csY45" fmla="*/ 0 h 999195"/>
                  <a:gd name="csX46" fmla="*/ 450657 w 1179170"/>
                  <a:gd name="csY46" fmla="*/ 14803 h 999195"/>
                  <a:gd name="csX47" fmla="*/ 422491 w 1179170"/>
                  <a:gd name="csY47" fmla="*/ 22204 h 999195"/>
                  <a:gd name="csX48" fmla="*/ 408407 w 1179170"/>
                  <a:gd name="csY48" fmla="*/ 51810 h 999195"/>
                  <a:gd name="csX49" fmla="*/ 443615 w 1179170"/>
                  <a:gd name="csY49" fmla="*/ 155430 h 999195"/>
                  <a:gd name="csX50" fmla="*/ 457698 w 1179170"/>
                  <a:gd name="csY50" fmla="*/ 192437 h 999195"/>
                  <a:gd name="csX51" fmla="*/ 478822 w 1179170"/>
                  <a:gd name="csY51" fmla="*/ 207240 h 999195"/>
                  <a:gd name="csX52" fmla="*/ 485864 w 1179170"/>
                  <a:gd name="csY52" fmla="*/ 229444 h 999195"/>
                  <a:gd name="csX53" fmla="*/ 478822 w 1179170"/>
                  <a:gd name="csY53" fmla="*/ 251649 h 999195"/>
                  <a:gd name="csX54" fmla="*/ 408407 w 1179170"/>
                  <a:gd name="csY54" fmla="*/ 318262 h 999195"/>
                  <a:gd name="csX55" fmla="*/ 366158 w 1179170"/>
                  <a:gd name="csY55" fmla="*/ 347867 h 999195"/>
                  <a:gd name="csX56" fmla="*/ 352076 w 1179170"/>
                  <a:gd name="csY56" fmla="*/ 370072 h 999195"/>
                  <a:gd name="csX57" fmla="*/ 295743 w 1179170"/>
                  <a:gd name="csY57" fmla="*/ 407079 h 999195"/>
                  <a:gd name="csX58" fmla="*/ 267577 w 1179170"/>
                  <a:gd name="csY58" fmla="*/ 414481 h 999195"/>
                  <a:gd name="csX59" fmla="*/ 211245 w 1179170"/>
                  <a:gd name="csY59" fmla="*/ 429283 h 999195"/>
                  <a:gd name="csX60" fmla="*/ 105623 w 1179170"/>
                  <a:gd name="csY60" fmla="*/ 436685 h 999195"/>
                  <a:gd name="csX61" fmla="*/ 91540 w 1179170"/>
                  <a:gd name="csY61" fmla="*/ 481094 h 999195"/>
                  <a:gd name="csX62" fmla="*/ 84498 w 1179170"/>
                  <a:gd name="csY62" fmla="*/ 518101 h 999195"/>
                  <a:gd name="csX63" fmla="*/ 70415 w 1179170"/>
                  <a:gd name="csY63" fmla="*/ 599517 h 999195"/>
                  <a:gd name="csX64" fmla="*/ 42249 w 1179170"/>
                  <a:gd name="csY64" fmla="*/ 651327 h 999195"/>
                  <a:gd name="csX65" fmla="*/ 56332 w 1179170"/>
                  <a:gd name="csY65" fmla="*/ 621721 h 9991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</a:cxnLst>
                <a:rect l="l" t="t" r="r" b="b"/>
                <a:pathLst>
                  <a:path w="1179170" h="999195" fill="none" extrusionOk="0">
                    <a:moveTo>
                      <a:pt x="56332" y="621721"/>
                    </a:moveTo>
                    <a:cubicBezTo>
                      <a:pt x="54758" y="630856"/>
                      <a:pt x="27256" y="689813"/>
                      <a:pt x="14083" y="725341"/>
                    </a:cubicBezTo>
                    <a:cubicBezTo>
                      <a:pt x="11115" y="735066"/>
                      <a:pt x="10250" y="744689"/>
                      <a:pt x="7041" y="754947"/>
                    </a:cubicBezTo>
                    <a:cubicBezTo>
                      <a:pt x="6447" y="762957"/>
                      <a:pt x="2467" y="769031"/>
                      <a:pt x="0" y="777151"/>
                    </a:cubicBezTo>
                    <a:cubicBezTo>
                      <a:pt x="3285" y="812832"/>
                      <a:pt x="2196" y="839333"/>
                      <a:pt x="14083" y="865969"/>
                    </a:cubicBezTo>
                    <a:cubicBezTo>
                      <a:pt x="17722" y="876006"/>
                      <a:pt x="33362" y="907156"/>
                      <a:pt x="42249" y="917779"/>
                    </a:cubicBezTo>
                    <a:cubicBezTo>
                      <a:pt x="47740" y="923641"/>
                      <a:pt x="56236" y="927636"/>
                      <a:pt x="63374" y="932582"/>
                    </a:cubicBezTo>
                    <a:cubicBezTo>
                      <a:pt x="72152" y="939959"/>
                      <a:pt x="76477" y="949605"/>
                      <a:pt x="84498" y="954786"/>
                    </a:cubicBezTo>
                    <a:cubicBezTo>
                      <a:pt x="98332" y="962735"/>
                      <a:pt x="113880" y="965439"/>
                      <a:pt x="126747" y="969589"/>
                    </a:cubicBezTo>
                    <a:cubicBezTo>
                      <a:pt x="139369" y="970042"/>
                      <a:pt x="154362" y="979751"/>
                      <a:pt x="168996" y="984391"/>
                    </a:cubicBezTo>
                    <a:cubicBezTo>
                      <a:pt x="175829" y="986760"/>
                      <a:pt x="182060" y="989558"/>
                      <a:pt x="190120" y="991793"/>
                    </a:cubicBezTo>
                    <a:cubicBezTo>
                      <a:pt x="197598" y="990521"/>
                      <a:pt x="224575" y="995325"/>
                      <a:pt x="239411" y="999195"/>
                    </a:cubicBezTo>
                    <a:cubicBezTo>
                      <a:pt x="273574" y="991057"/>
                      <a:pt x="306065" y="994148"/>
                      <a:pt x="337992" y="991793"/>
                    </a:cubicBezTo>
                    <a:cubicBezTo>
                      <a:pt x="349222" y="991040"/>
                      <a:pt x="356393" y="989612"/>
                      <a:pt x="366158" y="984391"/>
                    </a:cubicBezTo>
                    <a:cubicBezTo>
                      <a:pt x="380682" y="977524"/>
                      <a:pt x="397099" y="965165"/>
                      <a:pt x="408407" y="954786"/>
                    </a:cubicBezTo>
                    <a:cubicBezTo>
                      <a:pt x="432139" y="938465"/>
                      <a:pt x="458947" y="919802"/>
                      <a:pt x="471781" y="895575"/>
                    </a:cubicBezTo>
                    <a:cubicBezTo>
                      <a:pt x="477184" y="884255"/>
                      <a:pt x="490562" y="854943"/>
                      <a:pt x="499947" y="843764"/>
                    </a:cubicBezTo>
                    <a:cubicBezTo>
                      <a:pt x="510223" y="832640"/>
                      <a:pt x="522314" y="822848"/>
                      <a:pt x="535155" y="814159"/>
                    </a:cubicBezTo>
                    <a:cubicBezTo>
                      <a:pt x="557121" y="799762"/>
                      <a:pt x="579159" y="800391"/>
                      <a:pt x="605570" y="791955"/>
                    </a:cubicBezTo>
                    <a:cubicBezTo>
                      <a:pt x="614377" y="792360"/>
                      <a:pt x="716587" y="800776"/>
                      <a:pt x="746400" y="806757"/>
                    </a:cubicBezTo>
                    <a:cubicBezTo>
                      <a:pt x="777759" y="813596"/>
                      <a:pt x="778213" y="828833"/>
                      <a:pt x="802732" y="851166"/>
                    </a:cubicBezTo>
                    <a:cubicBezTo>
                      <a:pt x="811910" y="860797"/>
                      <a:pt x="822597" y="867022"/>
                      <a:pt x="830898" y="873370"/>
                    </a:cubicBezTo>
                    <a:cubicBezTo>
                      <a:pt x="909114" y="930511"/>
                      <a:pt x="797330" y="858312"/>
                      <a:pt x="880189" y="917779"/>
                    </a:cubicBezTo>
                    <a:cubicBezTo>
                      <a:pt x="885513" y="926072"/>
                      <a:pt x="888332" y="933769"/>
                      <a:pt x="894272" y="939983"/>
                    </a:cubicBezTo>
                    <a:cubicBezTo>
                      <a:pt x="911562" y="954523"/>
                      <a:pt x="950604" y="976990"/>
                      <a:pt x="950604" y="976990"/>
                    </a:cubicBezTo>
                    <a:cubicBezTo>
                      <a:pt x="977168" y="976613"/>
                      <a:pt x="1031478" y="975010"/>
                      <a:pt x="1056226" y="954786"/>
                    </a:cubicBezTo>
                    <a:cubicBezTo>
                      <a:pt x="1069083" y="947404"/>
                      <a:pt x="1077148" y="929947"/>
                      <a:pt x="1084392" y="917779"/>
                    </a:cubicBezTo>
                    <a:cubicBezTo>
                      <a:pt x="1097666" y="906168"/>
                      <a:pt x="1111373" y="893672"/>
                      <a:pt x="1119600" y="880771"/>
                    </a:cubicBezTo>
                    <a:cubicBezTo>
                      <a:pt x="1135786" y="857569"/>
                      <a:pt x="1161849" y="806756"/>
                      <a:pt x="1161849" y="806757"/>
                    </a:cubicBezTo>
                    <a:cubicBezTo>
                      <a:pt x="1165314" y="793799"/>
                      <a:pt x="1166079" y="783252"/>
                      <a:pt x="1168890" y="769750"/>
                    </a:cubicBezTo>
                    <a:cubicBezTo>
                      <a:pt x="1178296" y="737951"/>
                      <a:pt x="1188369" y="738054"/>
                      <a:pt x="1168890" y="695735"/>
                    </a:cubicBezTo>
                    <a:cubicBezTo>
                      <a:pt x="1163189" y="682288"/>
                      <a:pt x="1147312" y="675615"/>
                      <a:pt x="1140725" y="666130"/>
                    </a:cubicBezTo>
                    <a:cubicBezTo>
                      <a:pt x="1119007" y="632853"/>
                      <a:pt x="1096057" y="595533"/>
                      <a:pt x="1077351" y="562510"/>
                    </a:cubicBezTo>
                    <a:cubicBezTo>
                      <a:pt x="1057802" y="509434"/>
                      <a:pt x="1059094" y="505248"/>
                      <a:pt x="1035102" y="458889"/>
                    </a:cubicBezTo>
                    <a:cubicBezTo>
                      <a:pt x="1023394" y="435271"/>
                      <a:pt x="1008004" y="406522"/>
                      <a:pt x="985811" y="392276"/>
                    </a:cubicBezTo>
                    <a:cubicBezTo>
                      <a:pt x="951030" y="375736"/>
                      <a:pt x="916439" y="364510"/>
                      <a:pt x="880189" y="355269"/>
                    </a:cubicBezTo>
                    <a:cubicBezTo>
                      <a:pt x="858561" y="352021"/>
                      <a:pt x="838010" y="348663"/>
                      <a:pt x="816815" y="347867"/>
                    </a:cubicBezTo>
                    <a:cubicBezTo>
                      <a:pt x="809637" y="345513"/>
                      <a:pt x="799862" y="346889"/>
                      <a:pt x="795690" y="340466"/>
                    </a:cubicBezTo>
                    <a:cubicBezTo>
                      <a:pt x="774764" y="311694"/>
                      <a:pt x="784138" y="272661"/>
                      <a:pt x="788649" y="236846"/>
                    </a:cubicBezTo>
                    <a:cubicBezTo>
                      <a:pt x="793471" y="216235"/>
                      <a:pt x="798493" y="202452"/>
                      <a:pt x="802732" y="185036"/>
                    </a:cubicBezTo>
                    <a:cubicBezTo>
                      <a:pt x="800302" y="175574"/>
                      <a:pt x="802640" y="163560"/>
                      <a:pt x="795690" y="155430"/>
                    </a:cubicBezTo>
                    <a:cubicBezTo>
                      <a:pt x="790929" y="149342"/>
                      <a:pt x="780746" y="152163"/>
                      <a:pt x="774566" y="148029"/>
                    </a:cubicBezTo>
                    <a:cubicBezTo>
                      <a:pt x="757639" y="133640"/>
                      <a:pt x="736944" y="115384"/>
                      <a:pt x="718234" y="103620"/>
                    </a:cubicBezTo>
                    <a:cubicBezTo>
                      <a:pt x="680773" y="74542"/>
                      <a:pt x="637895" y="51205"/>
                      <a:pt x="633736" y="37007"/>
                    </a:cubicBezTo>
                    <a:cubicBezTo>
                      <a:pt x="624017" y="31107"/>
                      <a:pt x="615425" y="19372"/>
                      <a:pt x="605570" y="14803"/>
                    </a:cubicBezTo>
                    <a:cubicBezTo>
                      <a:pt x="565879" y="-371"/>
                      <a:pt x="595313" y="4809"/>
                      <a:pt x="528113" y="0"/>
                    </a:cubicBezTo>
                    <a:cubicBezTo>
                      <a:pt x="496974" y="4910"/>
                      <a:pt x="482531" y="7515"/>
                      <a:pt x="450657" y="14803"/>
                    </a:cubicBezTo>
                    <a:cubicBezTo>
                      <a:pt x="442158" y="15837"/>
                      <a:pt x="432147" y="18847"/>
                      <a:pt x="422491" y="22204"/>
                    </a:cubicBezTo>
                    <a:cubicBezTo>
                      <a:pt x="418898" y="30829"/>
                      <a:pt x="407738" y="40231"/>
                      <a:pt x="408407" y="51810"/>
                    </a:cubicBezTo>
                    <a:cubicBezTo>
                      <a:pt x="399169" y="87831"/>
                      <a:pt x="436815" y="117958"/>
                      <a:pt x="443615" y="155430"/>
                    </a:cubicBezTo>
                    <a:cubicBezTo>
                      <a:pt x="450233" y="168287"/>
                      <a:pt x="450529" y="183263"/>
                      <a:pt x="457698" y="192437"/>
                    </a:cubicBezTo>
                    <a:cubicBezTo>
                      <a:pt x="462754" y="201106"/>
                      <a:pt x="472723" y="201343"/>
                      <a:pt x="478822" y="207240"/>
                    </a:cubicBezTo>
                    <a:cubicBezTo>
                      <a:pt x="480855" y="214862"/>
                      <a:pt x="484821" y="221544"/>
                      <a:pt x="485864" y="229444"/>
                    </a:cubicBezTo>
                    <a:cubicBezTo>
                      <a:pt x="486497" y="237933"/>
                      <a:pt x="483940" y="245441"/>
                      <a:pt x="478822" y="251649"/>
                    </a:cubicBezTo>
                    <a:cubicBezTo>
                      <a:pt x="459304" y="277522"/>
                      <a:pt x="430776" y="303110"/>
                      <a:pt x="408407" y="318262"/>
                    </a:cubicBezTo>
                    <a:cubicBezTo>
                      <a:pt x="394542" y="328464"/>
                      <a:pt x="366158" y="347868"/>
                      <a:pt x="366158" y="347867"/>
                    </a:cubicBezTo>
                    <a:cubicBezTo>
                      <a:pt x="361306" y="355401"/>
                      <a:pt x="359670" y="364059"/>
                      <a:pt x="352076" y="370072"/>
                    </a:cubicBezTo>
                    <a:cubicBezTo>
                      <a:pt x="331604" y="383620"/>
                      <a:pt x="316038" y="399370"/>
                      <a:pt x="295743" y="407079"/>
                    </a:cubicBezTo>
                    <a:cubicBezTo>
                      <a:pt x="286283" y="407902"/>
                      <a:pt x="277926" y="412203"/>
                      <a:pt x="267577" y="414481"/>
                    </a:cubicBezTo>
                    <a:cubicBezTo>
                      <a:pt x="240597" y="423178"/>
                      <a:pt x="244616" y="426662"/>
                      <a:pt x="211245" y="429283"/>
                    </a:cubicBezTo>
                    <a:cubicBezTo>
                      <a:pt x="174552" y="438683"/>
                      <a:pt x="143541" y="429802"/>
                      <a:pt x="105623" y="436685"/>
                    </a:cubicBezTo>
                    <a:cubicBezTo>
                      <a:pt x="99797" y="449281"/>
                      <a:pt x="95490" y="465452"/>
                      <a:pt x="91540" y="481094"/>
                    </a:cubicBezTo>
                    <a:cubicBezTo>
                      <a:pt x="89622" y="492670"/>
                      <a:pt x="87505" y="507565"/>
                      <a:pt x="84498" y="518101"/>
                    </a:cubicBezTo>
                    <a:cubicBezTo>
                      <a:pt x="76921" y="562657"/>
                      <a:pt x="79157" y="558468"/>
                      <a:pt x="70415" y="599517"/>
                    </a:cubicBezTo>
                    <a:cubicBezTo>
                      <a:pt x="63483" y="629322"/>
                      <a:pt x="67112" y="631832"/>
                      <a:pt x="42249" y="651327"/>
                    </a:cubicBezTo>
                    <a:cubicBezTo>
                      <a:pt x="41639" y="653278"/>
                      <a:pt x="62051" y="609633"/>
                      <a:pt x="56332" y="621721"/>
                    </a:cubicBezTo>
                    <a:close/>
                  </a:path>
                  <a:path w="1179170" h="999195" stroke="0" extrusionOk="0">
                    <a:moveTo>
                      <a:pt x="56332" y="621721"/>
                    </a:moveTo>
                    <a:cubicBezTo>
                      <a:pt x="47223" y="631333"/>
                      <a:pt x="21363" y="692449"/>
                      <a:pt x="14083" y="725341"/>
                    </a:cubicBezTo>
                    <a:cubicBezTo>
                      <a:pt x="10723" y="734853"/>
                      <a:pt x="8866" y="745193"/>
                      <a:pt x="7041" y="754947"/>
                    </a:cubicBezTo>
                    <a:cubicBezTo>
                      <a:pt x="4036" y="763392"/>
                      <a:pt x="2221" y="770441"/>
                      <a:pt x="0" y="777151"/>
                    </a:cubicBezTo>
                    <a:cubicBezTo>
                      <a:pt x="973" y="812622"/>
                      <a:pt x="2817" y="836125"/>
                      <a:pt x="14083" y="865969"/>
                    </a:cubicBezTo>
                    <a:cubicBezTo>
                      <a:pt x="19346" y="876259"/>
                      <a:pt x="33704" y="907886"/>
                      <a:pt x="42249" y="917779"/>
                    </a:cubicBezTo>
                    <a:cubicBezTo>
                      <a:pt x="46924" y="923868"/>
                      <a:pt x="55669" y="928019"/>
                      <a:pt x="63374" y="932582"/>
                    </a:cubicBezTo>
                    <a:cubicBezTo>
                      <a:pt x="70942" y="938509"/>
                      <a:pt x="75343" y="950329"/>
                      <a:pt x="84498" y="954786"/>
                    </a:cubicBezTo>
                    <a:cubicBezTo>
                      <a:pt x="97843" y="962569"/>
                      <a:pt x="113924" y="964957"/>
                      <a:pt x="126747" y="969589"/>
                    </a:cubicBezTo>
                    <a:cubicBezTo>
                      <a:pt x="139076" y="972505"/>
                      <a:pt x="162365" y="979901"/>
                      <a:pt x="168996" y="984391"/>
                    </a:cubicBezTo>
                    <a:cubicBezTo>
                      <a:pt x="176403" y="987401"/>
                      <a:pt x="182832" y="991298"/>
                      <a:pt x="190120" y="991793"/>
                    </a:cubicBezTo>
                    <a:cubicBezTo>
                      <a:pt x="211671" y="997802"/>
                      <a:pt x="227967" y="998697"/>
                      <a:pt x="239411" y="999195"/>
                    </a:cubicBezTo>
                    <a:cubicBezTo>
                      <a:pt x="274971" y="994365"/>
                      <a:pt x="305539" y="994256"/>
                      <a:pt x="337992" y="991793"/>
                    </a:cubicBezTo>
                    <a:cubicBezTo>
                      <a:pt x="346766" y="990808"/>
                      <a:pt x="356517" y="988260"/>
                      <a:pt x="366158" y="984391"/>
                    </a:cubicBezTo>
                    <a:cubicBezTo>
                      <a:pt x="378483" y="976235"/>
                      <a:pt x="393096" y="962151"/>
                      <a:pt x="408407" y="954786"/>
                    </a:cubicBezTo>
                    <a:cubicBezTo>
                      <a:pt x="431073" y="934561"/>
                      <a:pt x="455968" y="923119"/>
                      <a:pt x="471781" y="895575"/>
                    </a:cubicBezTo>
                    <a:cubicBezTo>
                      <a:pt x="476197" y="885942"/>
                      <a:pt x="490972" y="854951"/>
                      <a:pt x="499947" y="843764"/>
                    </a:cubicBezTo>
                    <a:cubicBezTo>
                      <a:pt x="510542" y="833363"/>
                      <a:pt x="524306" y="821076"/>
                      <a:pt x="535155" y="814159"/>
                    </a:cubicBezTo>
                    <a:cubicBezTo>
                      <a:pt x="557844" y="800302"/>
                      <a:pt x="577482" y="797481"/>
                      <a:pt x="605570" y="791955"/>
                    </a:cubicBezTo>
                    <a:cubicBezTo>
                      <a:pt x="617599" y="795340"/>
                      <a:pt x="715085" y="801453"/>
                      <a:pt x="746400" y="806757"/>
                    </a:cubicBezTo>
                    <a:cubicBezTo>
                      <a:pt x="777307" y="814799"/>
                      <a:pt x="778579" y="829203"/>
                      <a:pt x="802732" y="851166"/>
                    </a:cubicBezTo>
                    <a:cubicBezTo>
                      <a:pt x="812972" y="860501"/>
                      <a:pt x="821878" y="865671"/>
                      <a:pt x="830898" y="873370"/>
                    </a:cubicBezTo>
                    <a:cubicBezTo>
                      <a:pt x="893308" y="947756"/>
                      <a:pt x="787583" y="839260"/>
                      <a:pt x="880189" y="917779"/>
                    </a:cubicBezTo>
                    <a:cubicBezTo>
                      <a:pt x="886487" y="925683"/>
                      <a:pt x="887656" y="934281"/>
                      <a:pt x="894272" y="939983"/>
                    </a:cubicBezTo>
                    <a:cubicBezTo>
                      <a:pt x="911563" y="954523"/>
                      <a:pt x="950603" y="976990"/>
                      <a:pt x="950604" y="976990"/>
                    </a:cubicBezTo>
                    <a:cubicBezTo>
                      <a:pt x="972489" y="979822"/>
                      <a:pt x="1029434" y="970685"/>
                      <a:pt x="1056226" y="954786"/>
                    </a:cubicBezTo>
                    <a:cubicBezTo>
                      <a:pt x="1069532" y="944003"/>
                      <a:pt x="1075630" y="927277"/>
                      <a:pt x="1084392" y="917779"/>
                    </a:cubicBezTo>
                    <a:cubicBezTo>
                      <a:pt x="1092670" y="903729"/>
                      <a:pt x="1110325" y="894309"/>
                      <a:pt x="1119600" y="880771"/>
                    </a:cubicBezTo>
                    <a:cubicBezTo>
                      <a:pt x="1135785" y="857569"/>
                      <a:pt x="1161849" y="806757"/>
                      <a:pt x="1161849" y="806757"/>
                    </a:cubicBezTo>
                    <a:cubicBezTo>
                      <a:pt x="1165201" y="794222"/>
                      <a:pt x="1165536" y="783647"/>
                      <a:pt x="1168890" y="769750"/>
                    </a:cubicBezTo>
                    <a:cubicBezTo>
                      <a:pt x="1177401" y="738478"/>
                      <a:pt x="1187036" y="737084"/>
                      <a:pt x="1168890" y="695735"/>
                    </a:cubicBezTo>
                    <a:cubicBezTo>
                      <a:pt x="1165383" y="683093"/>
                      <a:pt x="1148727" y="677681"/>
                      <a:pt x="1140725" y="666130"/>
                    </a:cubicBezTo>
                    <a:cubicBezTo>
                      <a:pt x="1122169" y="636976"/>
                      <a:pt x="1092906" y="605449"/>
                      <a:pt x="1077351" y="562510"/>
                    </a:cubicBezTo>
                    <a:cubicBezTo>
                      <a:pt x="1058440" y="509367"/>
                      <a:pt x="1059103" y="505182"/>
                      <a:pt x="1035102" y="458889"/>
                    </a:cubicBezTo>
                    <a:cubicBezTo>
                      <a:pt x="1021200" y="440529"/>
                      <a:pt x="1008600" y="405445"/>
                      <a:pt x="985811" y="392276"/>
                    </a:cubicBezTo>
                    <a:cubicBezTo>
                      <a:pt x="954133" y="372681"/>
                      <a:pt x="916105" y="359613"/>
                      <a:pt x="880189" y="355269"/>
                    </a:cubicBezTo>
                    <a:cubicBezTo>
                      <a:pt x="858218" y="352542"/>
                      <a:pt x="838155" y="353568"/>
                      <a:pt x="816815" y="347867"/>
                    </a:cubicBezTo>
                    <a:cubicBezTo>
                      <a:pt x="809552" y="345146"/>
                      <a:pt x="800347" y="346445"/>
                      <a:pt x="795690" y="340466"/>
                    </a:cubicBezTo>
                    <a:cubicBezTo>
                      <a:pt x="777304" y="312408"/>
                      <a:pt x="788931" y="274158"/>
                      <a:pt x="788649" y="236846"/>
                    </a:cubicBezTo>
                    <a:cubicBezTo>
                      <a:pt x="789931" y="218864"/>
                      <a:pt x="797092" y="200641"/>
                      <a:pt x="802732" y="185036"/>
                    </a:cubicBezTo>
                    <a:cubicBezTo>
                      <a:pt x="800496" y="174045"/>
                      <a:pt x="802062" y="162410"/>
                      <a:pt x="795690" y="155430"/>
                    </a:cubicBezTo>
                    <a:cubicBezTo>
                      <a:pt x="790133" y="149410"/>
                      <a:pt x="781258" y="151548"/>
                      <a:pt x="774566" y="148029"/>
                    </a:cubicBezTo>
                    <a:cubicBezTo>
                      <a:pt x="755981" y="133827"/>
                      <a:pt x="739524" y="118228"/>
                      <a:pt x="718234" y="103620"/>
                    </a:cubicBezTo>
                    <a:cubicBezTo>
                      <a:pt x="695803" y="88153"/>
                      <a:pt x="651172" y="45513"/>
                      <a:pt x="633736" y="37007"/>
                    </a:cubicBezTo>
                    <a:cubicBezTo>
                      <a:pt x="624208" y="30296"/>
                      <a:pt x="615370" y="17273"/>
                      <a:pt x="605570" y="14803"/>
                    </a:cubicBezTo>
                    <a:cubicBezTo>
                      <a:pt x="567175" y="1661"/>
                      <a:pt x="588405" y="9321"/>
                      <a:pt x="528113" y="0"/>
                    </a:cubicBezTo>
                    <a:cubicBezTo>
                      <a:pt x="496434" y="5744"/>
                      <a:pt x="480133" y="5503"/>
                      <a:pt x="450657" y="14803"/>
                    </a:cubicBezTo>
                    <a:cubicBezTo>
                      <a:pt x="440619" y="17229"/>
                      <a:pt x="431775" y="21308"/>
                      <a:pt x="422491" y="22204"/>
                    </a:cubicBezTo>
                    <a:cubicBezTo>
                      <a:pt x="416519" y="30954"/>
                      <a:pt x="409822" y="40865"/>
                      <a:pt x="408407" y="51810"/>
                    </a:cubicBezTo>
                    <a:cubicBezTo>
                      <a:pt x="402834" y="92408"/>
                      <a:pt x="429241" y="120584"/>
                      <a:pt x="443615" y="155430"/>
                    </a:cubicBezTo>
                    <a:cubicBezTo>
                      <a:pt x="446910" y="166135"/>
                      <a:pt x="450409" y="180906"/>
                      <a:pt x="457698" y="192437"/>
                    </a:cubicBezTo>
                    <a:cubicBezTo>
                      <a:pt x="462125" y="200390"/>
                      <a:pt x="471260" y="203607"/>
                      <a:pt x="478822" y="207240"/>
                    </a:cubicBezTo>
                    <a:cubicBezTo>
                      <a:pt x="479739" y="214986"/>
                      <a:pt x="486199" y="222561"/>
                      <a:pt x="485864" y="229444"/>
                    </a:cubicBezTo>
                    <a:cubicBezTo>
                      <a:pt x="485539" y="237190"/>
                      <a:pt x="483365" y="245105"/>
                      <a:pt x="478822" y="251649"/>
                    </a:cubicBezTo>
                    <a:cubicBezTo>
                      <a:pt x="459669" y="277337"/>
                      <a:pt x="437004" y="296372"/>
                      <a:pt x="408407" y="318262"/>
                    </a:cubicBezTo>
                    <a:cubicBezTo>
                      <a:pt x="394541" y="328464"/>
                      <a:pt x="366159" y="347867"/>
                      <a:pt x="366158" y="347867"/>
                    </a:cubicBezTo>
                    <a:cubicBezTo>
                      <a:pt x="361514" y="355553"/>
                      <a:pt x="359285" y="363952"/>
                      <a:pt x="352076" y="370072"/>
                    </a:cubicBezTo>
                    <a:cubicBezTo>
                      <a:pt x="337778" y="384796"/>
                      <a:pt x="317195" y="401057"/>
                      <a:pt x="295743" y="407079"/>
                    </a:cubicBezTo>
                    <a:cubicBezTo>
                      <a:pt x="284748" y="409722"/>
                      <a:pt x="277812" y="412820"/>
                      <a:pt x="267577" y="414481"/>
                    </a:cubicBezTo>
                    <a:cubicBezTo>
                      <a:pt x="240911" y="422598"/>
                      <a:pt x="244456" y="425748"/>
                      <a:pt x="211245" y="429283"/>
                    </a:cubicBezTo>
                    <a:cubicBezTo>
                      <a:pt x="177340" y="430083"/>
                      <a:pt x="142470" y="434942"/>
                      <a:pt x="105623" y="436685"/>
                    </a:cubicBezTo>
                    <a:cubicBezTo>
                      <a:pt x="101955" y="449876"/>
                      <a:pt x="94830" y="465667"/>
                      <a:pt x="91540" y="481094"/>
                    </a:cubicBezTo>
                    <a:cubicBezTo>
                      <a:pt x="91289" y="493804"/>
                      <a:pt x="86759" y="507255"/>
                      <a:pt x="84498" y="518101"/>
                    </a:cubicBezTo>
                    <a:cubicBezTo>
                      <a:pt x="76317" y="562068"/>
                      <a:pt x="79712" y="558356"/>
                      <a:pt x="70415" y="599517"/>
                    </a:cubicBezTo>
                    <a:cubicBezTo>
                      <a:pt x="64025" y="629395"/>
                      <a:pt x="67426" y="631503"/>
                      <a:pt x="42249" y="651327"/>
                    </a:cubicBezTo>
                    <a:cubicBezTo>
                      <a:pt x="40623" y="653314"/>
                      <a:pt x="62014" y="609364"/>
                      <a:pt x="56332" y="621721"/>
                    </a:cubicBezTo>
                    <a:close/>
                  </a:path>
                </a:pathLst>
              </a:custGeom>
              <a:solidFill>
                <a:srgbClr val="156082">
                  <a:alpha val="65098"/>
                </a:srgbClr>
              </a:solidFill>
              <a:ln w="15875"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75415 w 1578611"/>
                          <a:gd name="csY0" fmla="*/ 791852 h 1272619"/>
                          <a:gd name="csX1" fmla="*/ 18854 w 1578611"/>
                          <a:gd name="csY1" fmla="*/ 923827 h 1272619"/>
                          <a:gd name="csX2" fmla="*/ 9427 w 1578611"/>
                          <a:gd name="csY2" fmla="*/ 961535 h 1272619"/>
                          <a:gd name="csX3" fmla="*/ 0 w 1578611"/>
                          <a:gd name="csY3" fmla="*/ 989815 h 1272619"/>
                          <a:gd name="csX4" fmla="*/ 18854 w 1578611"/>
                          <a:gd name="csY4" fmla="*/ 1102937 h 1272619"/>
                          <a:gd name="csX5" fmla="*/ 56561 w 1578611"/>
                          <a:gd name="csY5" fmla="*/ 1168924 h 1272619"/>
                          <a:gd name="csX6" fmla="*/ 84842 w 1578611"/>
                          <a:gd name="csY6" fmla="*/ 1187778 h 1272619"/>
                          <a:gd name="csX7" fmla="*/ 113122 w 1578611"/>
                          <a:gd name="csY7" fmla="*/ 1216058 h 1272619"/>
                          <a:gd name="csX8" fmla="*/ 169683 w 1578611"/>
                          <a:gd name="csY8" fmla="*/ 1234912 h 1272619"/>
                          <a:gd name="csX9" fmla="*/ 226244 w 1578611"/>
                          <a:gd name="csY9" fmla="*/ 1253765 h 1272619"/>
                          <a:gd name="csX10" fmla="*/ 254524 w 1578611"/>
                          <a:gd name="csY10" fmla="*/ 1263192 h 1272619"/>
                          <a:gd name="csX11" fmla="*/ 320512 w 1578611"/>
                          <a:gd name="csY11" fmla="*/ 1272619 h 1272619"/>
                          <a:gd name="csX12" fmla="*/ 452487 w 1578611"/>
                          <a:gd name="csY12" fmla="*/ 1263192 h 1272619"/>
                          <a:gd name="csX13" fmla="*/ 490194 w 1578611"/>
                          <a:gd name="csY13" fmla="*/ 1253765 h 1272619"/>
                          <a:gd name="csX14" fmla="*/ 546755 w 1578611"/>
                          <a:gd name="csY14" fmla="*/ 1216058 h 1272619"/>
                          <a:gd name="csX15" fmla="*/ 631596 w 1578611"/>
                          <a:gd name="csY15" fmla="*/ 1140644 h 1272619"/>
                          <a:gd name="csX16" fmla="*/ 669304 w 1578611"/>
                          <a:gd name="csY16" fmla="*/ 1074656 h 1272619"/>
                          <a:gd name="csX17" fmla="*/ 716438 w 1578611"/>
                          <a:gd name="csY17" fmla="*/ 1036949 h 1272619"/>
                          <a:gd name="csX18" fmla="*/ 810706 w 1578611"/>
                          <a:gd name="csY18" fmla="*/ 1008669 h 1272619"/>
                          <a:gd name="csX19" fmla="*/ 999242 w 1578611"/>
                          <a:gd name="csY19" fmla="*/ 1027522 h 1272619"/>
                          <a:gd name="csX20" fmla="*/ 1074656 w 1578611"/>
                          <a:gd name="csY20" fmla="*/ 1084083 h 1272619"/>
                          <a:gd name="csX21" fmla="*/ 1112363 w 1578611"/>
                          <a:gd name="csY21" fmla="*/ 1112363 h 1272619"/>
                          <a:gd name="csX22" fmla="*/ 1178351 w 1578611"/>
                          <a:gd name="csY22" fmla="*/ 1168924 h 1272619"/>
                          <a:gd name="csX23" fmla="*/ 1197205 w 1578611"/>
                          <a:gd name="csY23" fmla="*/ 1197205 h 1272619"/>
                          <a:gd name="csX24" fmla="*/ 1272619 w 1578611"/>
                          <a:gd name="csY24" fmla="*/ 1244339 h 1272619"/>
                          <a:gd name="csX25" fmla="*/ 1414021 w 1578611"/>
                          <a:gd name="csY25" fmla="*/ 1216058 h 1272619"/>
                          <a:gd name="csX26" fmla="*/ 1451728 w 1578611"/>
                          <a:gd name="csY26" fmla="*/ 1168924 h 1272619"/>
                          <a:gd name="csX27" fmla="*/ 1498862 w 1578611"/>
                          <a:gd name="csY27" fmla="*/ 1121790 h 1272619"/>
                          <a:gd name="csX28" fmla="*/ 1555423 w 1578611"/>
                          <a:gd name="csY28" fmla="*/ 1027522 h 1272619"/>
                          <a:gd name="csX29" fmla="*/ 1564850 w 1578611"/>
                          <a:gd name="csY29" fmla="*/ 980388 h 1272619"/>
                          <a:gd name="csX30" fmla="*/ 1564850 w 1578611"/>
                          <a:gd name="csY30" fmla="*/ 886120 h 1272619"/>
                          <a:gd name="csX31" fmla="*/ 1527143 w 1578611"/>
                          <a:gd name="csY31" fmla="*/ 848413 h 1272619"/>
                          <a:gd name="csX32" fmla="*/ 1442302 w 1578611"/>
                          <a:gd name="csY32" fmla="*/ 716438 h 1272619"/>
                          <a:gd name="csX33" fmla="*/ 1385741 w 1578611"/>
                          <a:gd name="csY33" fmla="*/ 584462 h 1272619"/>
                          <a:gd name="csX34" fmla="*/ 1319753 w 1578611"/>
                          <a:gd name="csY34" fmla="*/ 499621 h 1272619"/>
                          <a:gd name="csX35" fmla="*/ 1178351 w 1578611"/>
                          <a:gd name="csY35" fmla="*/ 452487 h 1272619"/>
                          <a:gd name="csX36" fmla="*/ 1093510 w 1578611"/>
                          <a:gd name="csY36" fmla="*/ 443060 h 1272619"/>
                          <a:gd name="csX37" fmla="*/ 1065229 w 1578611"/>
                          <a:gd name="csY37" fmla="*/ 433633 h 1272619"/>
                          <a:gd name="csX38" fmla="*/ 1055803 w 1578611"/>
                          <a:gd name="csY38" fmla="*/ 301658 h 1272619"/>
                          <a:gd name="csX39" fmla="*/ 1074656 w 1578611"/>
                          <a:gd name="csY39" fmla="*/ 235671 h 1272619"/>
                          <a:gd name="csX40" fmla="*/ 1065229 w 1578611"/>
                          <a:gd name="csY40" fmla="*/ 197963 h 1272619"/>
                          <a:gd name="csX41" fmla="*/ 1036949 w 1578611"/>
                          <a:gd name="csY41" fmla="*/ 188537 h 1272619"/>
                          <a:gd name="csX42" fmla="*/ 961535 w 1578611"/>
                          <a:gd name="csY42" fmla="*/ 131976 h 1272619"/>
                          <a:gd name="csX43" fmla="*/ 848413 w 1578611"/>
                          <a:gd name="csY43" fmla="*/ 47135 h 1272619"/>
                          <a:gd name="csX44" fmla="*/ 810706 w 1578611"/>
                          <a:gd name="csY44" fmla="*/ 18854 h 1272619"/>
                          <a:gd name="csX45" fmla="*/ 707011 w 1578611"/>
                          <a:gd name="csY45" fmla="*/ 0 h 1272619"/>
                          <a:gd name="csX46" fmla="*/ 603316 w 1578611"/>
                          <a:gd name="csY46" fmla="*/ 18854 h 1272619"/>
                          <a:gd name="csX47" fmla="*/ 565609 w 1578611"/>
                          <a:gd name="csY47" fmla="*/ 28281 h 1272619"/>
                          <a:gd name="csX48" fmla="*/ 546755 w 1578611"/>
                          <a:gd name="csY48" fmla="*/ 65988 h 1272619"/>
                          <a:gd name="csX49" fmla="*/ 593889 w 1578611"/>
                          <a:gd name="csY49" fmla="*/ 197963 h 1272619"/>
                          <a:gd name="csX50" fmla="*/ 612743 w 1578611"/>
                          <a:gd name="csY50" fmla="*/ 245097 h 1272619"/>
                          <a:gd name="csX51" fmla="*/ 641023 w 1578611"/>
                          <a:gd name="csY51" fmla="*/ 263951 h 1272619"/>
                          <a:gd name="csX52" fmla="*/ 650450 w 1578611"/>
                          <a:gd name="csY52" fmla="*/ 292231 h 1272619"/>
                          <a:gd name="csX53" fmla="*/ 641023 w 1578611"/>
                          <a:gd name="csY53" fmla="*/ 320512 h 1272619"/>
                          <a:gd name="csX54" fmla="*/ 546755 w 1578611"/>
                          <a:gd name="csY54" fmla="*/ 405353 h 1272619"/>
                          <a:gd name="csX55" fmla="*/ 490194 w 1578611"/>
                          <a:gd name="csY55" fmla="*/ 443060 h 1272619"/>
                          <a:gd name="csX56" fmla="*/ 471341 w 1578611"/>
                          <a:gd name="csY56" fmla="*/ 471341 h 1272619"/>
                          <a:gd name="csX57" fmla="*/ 395926 w 1578611"/>
                          <a:gd name="csY57" fmla="*/ 518475 h 1272619"/>
                          <a:gd name="csX58" fmla="*/ 358219 w 1578611"/>
                          <a:gd name="csY58" fmla="*/ 527902 h 1272619"/>
                          <a:gd name="csX59" fmla="*/ 282805 w 1578611"/>
                          <a:gd name="csY59" fmla="*/ 546755 h 1272619"/>
                          <a:gd name="csX60" fmla="*/ 141403 w 1578611"/>
                          <a:gd name="csY60" fmla="*/ 556182 h 1272619"/>
                          <a:gd name="csX61" fmla="*/ 122549 w 1578611"/>
                          <a:gd name="csY61" fmla="*/ 612743 h 1272619"/>
                          <a:gd name="csX62" fmla="*/ 113122 w 1578611"/>
                          <a:gd name="csY62" fmla="*/ 659877 h 1272619"/>
                          <a:gd name="csX63" fmla="*/ 94269 w 1578611"/>
                          <a:gd name="csY63" fmla="*/ 763572 h 1272619"/>
                          <a:gd name="csX64" fmla="*/ 56561 w 1578611"/>
                          <a:gd name="csY64" fmla="*/ 829559 h 1272619"/>
                          <a:gd name="csX65" fmla="*/ 75415 w 1578611"/>
                          <a:gd name="csY65" fmla="*/ 791852 h 127261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  <a:cxn ang="0">
                            <a:pos x="csX37" y="csY37"/>
                          </a:cxn>
                          <a:cxn ang="0">
                            <a:pos x="csX38" y="csY38"/>
                          </a:cxn>
                          <a:cxn ang="0">
                            <a:pos x="csX39" y="csY39"/>
                          </a:cxn>
                          <a:cxn ang="0">
                            <a:pos x="csX40" y="csY40"/>
                          </a:cxn>
                          <a:cxn ang="0">
                            <a:pos x="csX41" y="csY41"/>
                          </a:cxn>
                          <a:cxn ang="0">
                            <a:pos x="csX42" y="csY42"/>
                          </a:cxn>
                          <a:cxn ang="0">
                            <a:pos x="csX43" y="csY43"/>
                          </a:cxn>
                          <a:cxn ang="0">
                            <a:pos x="csX44" y="csY44"/>
                          </a:cxn>
                          <a:cxn ang="0">
                            <a:pos x="csX45" y="csY45"/>
                          </a:cxn>
                          <a:cxn ang="0">
                            <a:pos x="csX46" y="csY46"/>
                          </a:cxn>
                          <a:cxn ang="0">
                            <a:pos x="csX47" y="csY47"/>
                          </a:cxn>
                          <a:cxn ang="0">
                            <a:pos x="csX48" y="csY48"/>
                          </a:cxn>
                          <a:cxn ang="0">
                            <a:pos x="csX49" y="csY49"/>
                          </a:cxn>
                          <a:cxn ang="0">
                            <a:pos x="csX50" y="csY50"/>
                          </a:cxn>
                          <a:cxn ang="0">
                            <a:pos x="csX51" y="csY51"/>
                          </a:cxn>
                          <a:cxn ang="0">
                            <a:pos x="csX52" y="csY52"/>
                          </a:cxn>
                          <a:cxn ang="0">
                            <a:pos x="csX53" y="csY53"/>
                          </a:cxn>
                          <a:cxn ang="0">
                            <a:pos x="csX54" y="csY54"/>
                          </a:cxn>
                          <a:cxn ang="0">
                            <a:pos x="csX55" y="csY55"/>
                          </a:cxn>
                          <a:cxn ang="0">
                            <a:pos x="csX56" y="csY56"/>
                          </a:cxn>
                          <a:cxn ang="0">
                            <a:pos x="csX57" y="csY57"/>
                          </a:cxn>
                          <a:cxn ang="0">
                            <a:pos x="csX58" y="csY58"/>
                          </a:cxn>
                          <a:cxn ang="0">
                            <a:pos x="csX59" y="csY59"/>
                          </a:cxn>
                          <a:cxn ang="0">
                            <a:pos x="csX60" y="csY60"/>
                          </a:cxn>
                          <a:cxn ang="0">
                            <a:pos x="csX61" y="csY61"/>
                          </a:cxn>
                          <a:cxn ang="0">
                            <a:pos x="csX62" y="csY62"/>
                          </a:cxn>
                          <a:cxn ang="0">
                            <a:pos x="csX63" y="csY63"/>
                          </a:cxn>
                          <a:cxn ang="0">
                            <a:pos x="csX64" y="csY64"/>
                          </a:cxn>
                          <a:cxn ang="0">
                            <a:pos x="csX65" y="csY65"/>
                          </a:cxn>
                        </a:cxnLst>
                        <a:rect l="l" t="t" r="r" b="b"/>
                        <a:pathLst>
                          <a:path w="1578611" h="1272619">
                            <a:moveTo>
                              <a:pt x="75415" y="791852"/>
                            </a:moveTo>
                            <a:cubicBezTo>
                              <a:pt x="69130" y="807563"/>
                              <a:pt x="36201" y="879220"/>
                              <a:pt x="18854" y="923827"/>
                            </a:cubicBezTo>
                            <a:cubicBezTo>
                              <a:pt x="14158" y="935902"/>
                              <a:pt x="12986" y="949077"/>
                              <a:pt x="9427" y="961535"/>
                            </a:cubicBezTo>
                            <a:cubicBezTo>
                              <a:pt x="6697" y="971089"/>
                              <a:pt x="3142" y="980388"/>
                              <a:pt x="0" y="989815"/>
                            </a:cubicBezTo>
                            <a:cubicBezTo>
                              <a:pt x="5248" y="1037045"/>
                              <a:pt x="2272" y="1064245"/>
                              <a:pt x="18854" y="1102937"/>
                            </a:cubicBezTo>
                            <a:cubicBezTo>
                              <a:pt x="24398" y="1115873"/>
                              <a:pt x="44729" y="1157092"/>
                              <a:pt x="56561" y="1168924"/>
                            </a:cubicBezTo>
                            <a:cubicBezTo>
                              <a:pt x="64572" y="1176935"/>
                              <a:pt x="76138" y="1180525"/>
                              <a:pt x="84842" y="1187778"/>
                            </a:cubicBezTo>
                            <a:cubicBezTo>
                              <a:pt x="95083" y="1196312"/>
                              <a:pt x="101468" y="1209584"/>
                              <a:pt x="113122" y="1216058"/>
                            </a:cubicBezTo>
                            <a:cubicBezTo>
                              <a:pt x="130495" y="1225709"/>
                              <a:pt x="150829" y="1228627"/>
                              <a:pt x="169683" y="1234912"/>
                            </a:cubicBezTo>
                            <a:lnTo>
                              <a:pt x="226244" y="1253765"/>
                            </a:lnTo>
                            <a:cubicBezTo>
                              <a:pt x="235671" y="1256907"/>
                              <a:pt x="244687" y="1261787"/>
                              <a:pt x="254524" y="1263192"/>
                            </a:cubicBezTo>
                            <a:lnTo>
                              <a:pt x="320512" y="1272619"/>
                            </a:lnTo>
                            <a:cubicBezTo>
                              <a:pt x="364504" y="1269477"/>
                              <a:pt x="408653" y="1268063"/>
                              <a:pt x="452487" y="1263192"/>
                            </a:cubicBezTo>
                            <a:cubicBezTo>
                              <a:pt x="465364" y="1261761"/>
                              <a:pt x="478606" y="1259559"/>
                              <a:pt x="490194" y="1253765"/>
                            </a:cubicBezTo>
                            <a:cubicBezTo>
                              <a:pt x="510461" y="1243631"/>
                              <a:pt x="527901" y="1228627"/>
                              <a:pt x="546755" y="1216058"/>
                            </a:cubicBezTo>
                            <a:cubicBezTo>
                              <a:pt x="576645" y="1196132"/>
                              <a:pt x="615449" y="1172936"/>
                              <a:pt x="631596" y="1140644"/>
                            </a:cubicBezTo>
                            <a:cubicBezTo>
                              <a:pt x="638989" y="1125858"/>
                              <a:pt x="655980" y="1087980"/>
                              <a:pt x="669304" y="1074656"/>
                            </a:cubicBezTo>
                            <a:cubicBezTo>
                              <a:pt x="683531" y="1060429"/>
                              <a:pt x="699185" y="1047301"/>
                              <a:pt x="716438" y="1036949"/>
                            </a:cubicBezTo>
                            <a:cubicBezTo>
                              <a:pt x="747446" y="1018344"/>
                              <a:pt x="776334" y="1015543"/>
                              <a:pt x="810706" y="1008669"/>
                            </a:cubicBezTo>
                            <a:cubicBezTo>
                              <a:pt x="825108" y="1009777"/>
                              <a:pt x="963362" y="1017736"/>
                              <a:pt x="999242" y="1027522"/>
                            </a:cubicBezTo>
                            <a:cubicBezTo>
                              <a:pt x="1040436" y="1038757"/>
                              <a:pt x="1042712" y="1056132"/>
                              <a:pt x="1074656" y="1084083"/>
                            </a:cubicBezTo>
                            <a:cubicBezTo>
                              <a:pt x="1086480" y="1094429"/>
                              <a:pt x="1100434" y="1102138"/>
                              <a:pt x="1112363" y="1112363"/>
                            </a:cubicBezTo>
                            <a:cubicBezTo>
                              <a:pt x="1204273" y="1191143"/>
                              <a:pt x="1068086" y="1086226"/>
                              <a:pt x="1178351" y="1168924"/>
                            </a:cubicBezTo>
                            <a:cubicBezTo>
                              <a:pt x="1184636" y="1178351"/>
                              <a:pt x="1188358" y="1190127"/>
                              <a:pt x="1197205" y="1197205"/>
                            </a:cubicBezTo>
                            <a:cubicBezTo>
                              <a:pt x="1220353" y="1215724"/>
                              <a:pt x="1272619" y="1244339"/>
                              <a:pt x="1272619" y="1244339"/>
                            </a:cubicBezTo>
                            <a:cubicBezTo>
                              <a:pt x="1304199" y="1241181"/>
                              <a:pt x="1380180" y="1242379"/>
                              <a:pt x="1414021" y="1216058"/>
                            </a:cubicBezTo>
                            <a:cubicBezTo>
                              <a:pt x="1429903" y="1203705"/>
                              <a:pt x="1438268" y="1183879"/>
                              <a:pt x="1451728" y="1168924"/>
                            </a:cubicBezTo>
                            <a:cubicBezTo>
                              <a:pt x="1466592" y="1152409"/>
                              <a:pt x="1485722" y="1139708"/>
                              <a:pt x="1498862" y="1121790"/>
                            </a:cubicBezTo>
                            <a:cubicBezTo>
                              <a:pt x="1520532" y="1092239"/>
                              <a:pt x="1555423" y="1027522"/>
                              <a:pt x="1555423" y="1027522"/>
                            </a:cubicBezTo>
                            <a:cubicBezTo>
                              <a:pt x="1558565" y="1011811"/>
                              <a:pt x="1560964" y="995932"/>
                              <a:pt x="1564850" y="980388"/>
                            </a:cubicBezTo>
                            <a:cubicBezTo>
                              <a:pt x="1574899" y="940192"/>
                              <a:pt x="1590003" y="941456"/>
                              <a:pt x="1564850" y="886120"/>
                            </a:cubicBezTo>
                            <a:cubicBezTo>
                              <a:pt x="1557495" y="869938"/>
                              <a:pt x="1537550" y="862823"/>
                              <a:pt x="1527143" y="848413"/>
                            </a:cubicBezTo>
                            <a:cubicBezTo>
                              <a:pt x="1496523" y="806016"/>
                              <a:pt x="1460665" y="765406"/>
                              <a:pt x="1442302" y="716438"/>
                            </a:cubicBezTo>
                            <a:cubicBezTo>
                              <a:pt x="1416885" y="648660"/>
                              <a:pt x="1417968" y="643545"/>
                              <a:pt x="1385741" y="584462"/>
                            </a:cubicBezTo>
                            <a:cubicBezTo>
                              <a:pt x="1370995" y="557427"/>
                              <a:pt x="1348413" y="515998"/>
                              <a:pt x="1319753" y="499621"/>
                            </a:cubicBezTo>
                            <a:cubicBezTo>
                              <a:pt x="1276888" y="475127"/>
                              <a:pt x="1227292" y="459479"/>
                              <a:pt x="1178351" y="452487"/>
                            </a:cubicBezTo>
                            <a:cubicBezTo>
                              <a:pt x="1150183" y="448463"/>
                              <a:pt x="1121790" y="446202"/>
                              <a:pt x="1093510" y="443060"/>
                            </a:cubicBezTo>
                            <a:cubicBezTo>
                              <a:pt x="1084083" y="439918"/>
                              <a:pt x="1071005" y="441719"/>
                              <a:pt x="1065229" y="433633"/>
                            </a:cubicBezTo>
                            <a:cubicBezTo>
                              <a:pt x="1035077" y="391421"/>
                              <a:pt x="1048102" y="347864"/>
                              <a:pt x="1055803" y="301658"/>
                            </a:cubicBezTo>
                            <a:cubicBezTo>
                              <a:pt x="1059750" y="277978"/>
                              <a:pt x="1067183" y="258090"/>
                              <a:pt x="1074656" y="235671"/>
                            </a:cubicBezTo>
                            <a:cubicBezTo>
                              <a:pt x="1071514" y="223102"/>
                              <a:pt x="1073323" y="208080"/>
                              <a:pt x="1065229" y="197963"/>
                            </a:cubicBezTo>
                            <a:cubicBezTo>
                              <a:pt x="1059022" y="190204"/>
                              <a:pt x="1045332" y="193872"/>
                              <a:pt x="1036949" y="188537"/>
                            </a:cubicBezTo>
                            <a:cubicBezTo>
                              <a:pt x="1010439" y="171667"/>
                              <a:pt x="986673" y="150830"/>
                              <a:pt x="961535" y="131976"/>
                            </a:cubicBezTo>
                            <a:lnTo>
                              <a:pt x="848413" y="47135"/>
                            </a:lnTo>
                            <a:cubicBezTo>
                              <a:pt x="835844" y="37708"/>
                              <a:pt x="825611" y="23822"/>
                              <a:pt x="810706" y="18854"/>
                            </a:cubicBezTo>
                            <a:cubicBezTo>
                              <a:pt x="758391" y="1416"/>
                              <a:pt x="792285" y="10660"/>
                              <a:pt x="707011" y="0"/>
                            </a:cubicBezTo>
                            <a:cubicBezTo>
                              <a:pt x="666080" y="6822"/>
                              <a:pt x="642842" y="10070"/>
                              <a:pt x="603316" y="18854"/>
                            </a:cubicBezTo>
                            <a:cubicBezTo>
                              <a:pt x="590669" y="21665"/>
                              <a:pt x="578178" y="25139"/>
                              <a:pt x="565609" y="28281"/>
                            </a:cubicBezTo>
                            <a:cubicBezTo>
                              <a:pt x="559324" y="40850"/>
                              <a:pt x="548153" y="52005"/>
                              <a:pt x="546755" y="65988"/>
                            </a:cubicBezTo>
                            <a:cubicBezTo>
                              <a:pt x="541563" y="117902"/>
                              <a:pt x="575923" y="153050"/>
                              <a:pt x="593889" y="197963"/>
                            </a:cubicBezTo>
                            <a:cubicBezTo>
                              <a:pt x="600174" y="213674"/>
                              <a:pt x="602908" y="231327"/>
                              <a:pt x="612743" y="245097"/>
                            </a:cubicBezTo>
                            <a:cubicBezTo>
                              <a:pt x="619328" y="254316"/>
                              <a:pt x="631596" y="257666"/>
                              <a:pt x="641023" y="263951"/>
                            </a:cubicBezTo>
                            <a:cubicBezTo>
                              <a:pt x="644165" y="273378"/>
                              <a:pt x="650450" y="282294"/>
                              <a:pt x="650450" y="292231"/>
                            </a:cubicBezTo>
                            <a:cubicBezTo>
                              <a:pt x="650450" y="302168"/>
                              <a:pt x="647124" y="312668"/>
                              <a:pt x="641023" y="320512"/>
                            </a:cubicBezTo>
                            <a:cubicBezTo>
                              <a:pt x="614915" y="354079"/>
                              <a:pt x="581302" y="381170"/>
                              <a:pt x="546755" y="405353"/>
                            </a:cubicBezTo>
                            <a:cubicBezTo>
                              <a:pt x="528192" y="418347"/>
                              <a:pt x="490194" y="443060"/>
                              <a:pt x="490194" y="443060"/>
                            </a:cubicBezTo>
                            <a:cubicBezTo>
                              <a:pt x="483910" y="452487"/>
                              <a:pt x="480188" y="464263"/>
                              <a:pt x="471341" y="471341"/>
                            </a:cubicBezTo>
                            <a:cubicBezTo>
                              <a:pt x="448193" y="489860"/>
                              <a:pt x="424685" y="511285"/>
                              <a:pt x="395926" y="518475"/>
                            </a:cubicBezTo>
                            <a:cubicBezTo>
                              <a:pt x="383357" y="521617"/>
                              <a:pt x="370676" y="524343"/>
                              <a:pt x="358219" y="527902"/>
                            </a:cubicBezTo>
                            <a:cubicBezTo>
                              <a:pt x="322588" y="538082"/>
                              <a:pt x="327026" y="542333"/>
                              <a:pt x="282805" y="546755"/>
                            </a:cubicBezTo>
                            <a:cubicBezTo>
                              <a:pt x="235801" y="551456"/>
                              <a:pt x="188537" y="553040"/>
                              <a:pt x="141403" y="556182"/>
                            </a:cubicBezTo>
                            <a:cubicBezTo>
                              <a:pt x="135118" y="575036"/>
                              <a:pt x="126447" y="593255"/>
                              <a:pt x="122549" y="612743"/>
                            </a:cubicBezTo>
                            <a:cubicBezTo>
                              <a:pt x="119407" y="628454"/>
                              <a:pt x="115988" y="644113"/>
                              <a:pt x="113122" y="659877"/>
                            </a:cubicBezTo>
                            <a:cubicBezTo>
                              <a:pt x="102893" y="716134"/>
                              <a:pt x="105907" y="711199"/>
                              <a:pt x="94269" y="763572"/>
                            </a:cubicBezTo>
                            <a:cubicBezTo>
                              <a:pt x="85723" y="802031"/>
                              <a:pt x="89770" y="804653"/>
                              <a:pt x="56561" y="829559"/>
                            </a:cubicBezTo>
                            <a:cubicBezTo>
                              <a:pt x="54047" y="831444"/>
                              <a:pt x="81700" y="776141"/>
                              <a:pt x="75415" y="791852"/>
                            </a:cubicBezTo>
                            <a:close/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40559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>
                  <a:latin typeface="+mj-ea"/>
                  <a:ea typeface="+mj-ea"/>
                </a:endParaRPr>
              </a:p>
            </p:txBody>
          </p:sp>
        </p:grpSp>
        <p:pic>
          <p:nvPicPr>
            <p:cNvPr id="49" name="Graphic 48" descr="Rain with solid fill">
              <a:extLst>
                <a:ext uri="{FF2B5EF4-FFF2-40B4-BE49-F238E27FC236}">
                  <a16:creationId xmlns:a16="http://schemas.microsoft.com/office/drawing/2014/main" id="{BE26882A-55E8-5DCB-716E-F67D1098D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51994" y="801694"/>
              <a:ext cx="914400" cy="914400"/>
            </a:xfrm>
            <a:prstGeom prst="rect">
              <a:avLst/>
            </a:prstGeom>
          </p:spPr>
        </p:pic>
        <p:pic>
          <p:nvPicPr>
            <p:cNvPr id="57" name="Graphic 56" descr="Snowflake with solid fill">
              <a:extLst>
                <a:ext uri="{FF2B5EF4-FFF2-40B4-BE49-F238E27FC236}">
                  <a16:creationId xmlns:a16="http://schemas.microsoft.com/office/drawing/2014/main" id="{08CF3275-377B-C1E9-E9E2-87EAA83F14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84335" y="1306139"/>
              <a:ext cx="914400" cy="914400"/>
            </a:xfrm>
            <a:prstGeom prst="rect">
              <a:avLst/>
            </a:prstGeom>
          </p:spPr>
        </p:pic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6BBBF76-958E-4FA5-204F-BC60D9B66334}"/>
              </a:ext>
            </a:extLst>
          </p:cNvPr>
          <p:cNvCxnSpPr>
            <a:cxnSpLocks/>
          </p:cNvCxnSpPr>
          <p:nvPr/>
        </p:nvCxnSpPr>
        <p:spPr>
          <a:xfrm flipH="1">
            <a:off x="7801826" y="2135378"/>
            <a:ext cx="527694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6133EBF-E386-9420-794A-5F26E171A797}"/>
              </a:ext>
            </a:extLst>
          </p:cNvPr>
          <p:cNvGrpSpPr/>
          <p:nvPr/>
        </p:nvGrpSpPr>
        <p:grpSpPr>
          <a:xfrm>
            <a:off x="8359636" y="616779"/>
            <a:ext cx="4026324" cy="3070033"/>
            <a:chOff x="7883623" y="1971971"/>
            <a:chExt cx="3408904" cy="2599256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B3E47526-DB1A-539C-34EA-0E6E12838C5E}"/>
                </a:ext>
              </a:extLst>
            </p:cNvPr>
            <p:cNvSpPr/>
            <p:nvPr/>
          </p:nvSpPr>
          <p:spPr>
            <a:xfrm>
              <a:off x="7883623" y="1971971"/>
              <a:ext cx="3408904" cy="2599256"/>
            </a:xfrm>
            <a:prstGeom prst="roundRect">
              <a:avLst>
                <a:gd name="adj" fmla="val 14008"/>
              </a:avLst>
            </a:prstGeom>
            <a:solidFill>
              <a:schemeClr val="bg1">
                <a:lumMod val="95000"/>
              </a:schemeClr>
            </a:solidFill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KR" sz="16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1E684EAE-C189-82CE-CE15-0E860D1DA527}"/>
                </a:ext>
              </a:extLst>
            </p:cNvPr>
            <p:cNvSpPr/>
            <p:nvPr/>
          </p:nvSpPr>
          <p:spPr>
            <a:xfrm>
              <a:off x="7988999" y="2078325"/>
              <a:ext cx="1090369" cy="2399384"/>
            </a:xfrm>
            <a:prstGeom prst="roundRect">
              <a:avLst>
                <a:gd name="adj" fmla="val 26751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rIns="0"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+mj-ea"/>
                  <a:ea typeface="+mj-ea"/>
                </a:rPr>
                <a:t>2D</a:t>
              </a:r>
              <a:r>
                <a:rPr lang="ko-KR" altLang="en-US" sz="1600" dirty="0">
                  <a:solidFill>
                    <a:schemeClr val="tx1"/>
                  </a:solidFill>
                  <a:latin typeface="+mj-ea"/>
                  <a:ea typeface="+mj-ea"/>
                </a:rPr>
                <a:t> 날씨 </a:t>
              </a:r>
              <a:r>
                <a:rPr lang="ko-KR" altLang="en-US" sz="1600" dirty="0" err="1">
                  <a:solidFill>
                    <a:schemeClr val="tx1"/>
                  </a:solidFill>
                  <a:latin typeface="+mj-ea"/>
                  <a:ea typeface="+mj-ea"/>
                </a:rPr>
                <a:t>아티팩트</a:t>
              </a:r>
              <a:endParaRPr lang="en-US" altLang="ko-KR" sz="16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+mj-ea"/>
                  <a:ea typeface="+mj-ea"/>
                </a:rPr>
                <a:t>복원 모델</a:t>
              </a:r>
              <a:endParaRPr lang="en-KR" sz="16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8F78C527-D2FB-A46A-0308-B45315F4C68E}"/>
                </a:ext>
              </a:extLst>
            </p:cNvPr>
            <p:cNvSpPr/>
            <p:nvPr/>
          </p:nvSpPr>
          <p:spPr>
            <a:xfrm>
              <a:off x="9340629" y="2123206"/>
              <a:ext cx="1849261" cy="1026974"/>
            </a:xfrm>
            <a:prstGeom prst="roundRect">
              <a:avLst>
                <a:gd name="adj" fmla="val 1636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+mj-ea"/>
                  <a:ea typeface="+mj-ea"/>
                </a:rPr>
                <a:t>3DGS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+mj-ea"/>
                  <a:ea typeface="+mj-ea"/>
                </a:rPr>
                <a:t>3D </a:t>
              </a:r>
              <a:r>
                <a:rPr lang="ko-KR" altLang="en-US" sz="1600" dirty="0">
                  <a:solidFill>
                    <a:schemeClr val="tx1"/>
                  </a:solidFill>
                  <a:latin typeface="+mj-ea"/>
                  <a:ea typeface="+mj-ea"/>
                </a:rPr>
                <a:t>장면 재구성</a:t>
              </a:r>
              <a:endParaRPr lang="en-KR" sz="16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4" name="Extract 93">
              <a:extLst>
                <a:ext uri="{FF2B5EF4-FFF2-40B4-BE49-F238E27FC236}">
                  <a16:creationId xmlns:a16="http://schemas.microsoft.com/office/drawing/2014/main" id="{11B69659-CC7D-03FF-0528-3024B90F60A2}"/>
                </a:ext>
              </a:extLst>
            </p:cNvPr>
            <p:cNvSpPr/>
            <p:nvPr/>
          </p:nvSpPr>
          <p:spPr>
            <a:xfrm rot="5400000">
              <a:off x="9069288" y="3201726"/>
              <a:ext cx="304800" cy="111948"/>
            </a:xfrm>
            <a:prstGeom prst="flowChartExtract">
              <a:avLst/>
            </a:prstGeom>
            <a:solidFill>
              <a:schemeClr val="tx1"/>
            </a:solidFill>
            <a:ln w="158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1600">
                <a:latin typeface="+mj-ea"/>
                <a:ea typeface="+mj-ea"/>
              </a:endParaRPr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0686EB0C-99F0-344C-4CC3-A542269284B5}"/>
              </a:ext>
            </a:extLst>
          </p:cNvPr>
          <p:cNvSpPr/>
          <p:nvPr/>
        </p:nvSpPr>
        <p:spPr>
          <a:xfrm>
            <a:off x="12995431" y="1015855"/>
            <a:ext cx="1825151" cy="1561764"/>
          </a:xfrm>
          <a:custGeom>
            <a:avLst/>
            <a:gdLst>
              <a:gd name="csX0" fmla="*/ 87192 w 1825151"/>
              <a:gd name="csY0" fmla="*/ 971764 h 1561764"/>
              <a:gd name="csX1" fmla="*/ 21798 w 1825151"/>
              <a:gd name="csY1" fmla="*/ 1133724 h 1561764"/>
              <a:gd name="csX2" fmla="*/ 10899 w 1825151"/>
              <a:gd name="csY2" fmla="*/ 1180000 h 1561764"/>
              <a:gd name="csX3" fmla="*/ 0 w 1825151"/>
              <a:gd name="csY3" fmla="*/ 1214705 h 1561764"/>
              <a:gd name="csX4" fmla="*/ 21798 w 1825151"/>
              <a:gd name="csY4" fmla="*/ 1353529 h 1561764"/>
              <a:gd name="csX5" fmla="*/ 65394 w 1825151"/>
              <a:gd name="csY5" fmla="*/ 1434509 h 1561764"/>
              <a:gd name="csX6" fmla="*/ 98092 w 1825151"/>
              <a:gd name="csY6" fmla="*/ 1457646 h 1561764"/>
              <a:gd name="csX7" fmla="*/ 130788 w 1825151"/>
              <a:gd name="csY7" fmla="*/ 1492352 h 1561764"/>
              <a:gd name="csX8" fmla="*/ 196183 w 1825151"/>
              <a:gd name="csY8" fmla="*/ 1515489 h 1561764"/>
              <a:gd name="csX9" fmla="*/ 261577 w 1825151"/>
              <a:gd name="csY9" fmla="*/ 1538626 h 1561764"/>
              <a:gd name="csX10" fmla="*/ 294274 w 1825151"/>
              <a:gd name="csY10" fmla="*/ 1550195 h 1561764"/>
              <a:gd name="csX11" fmla="*/ 370568 w 1825151"/>
              <a:gd name="csY11" fmla="*/ 1561764 h 1561764"/>
              <a:gd name="csX12" fmla="*/ 523154 w 1825151"/>
              <a:gd name="csY12" fmla="*/ 1550195 h 1561764"/>
              <a:gd name="csX13" fmla="*/ 566750 w 1825151"/>
              <a:gd name="csY13" fmla="*/ 1538626 h 1561764"/>
              <a:gd name="csX14" fmla="*/ 632144 w 1825151"/>
              <a:gd name="csY14" fmla="*/ 1492352 h 1561764"/>
              <a:gd name="csX15" fmla="*/ 730235 w 1825151"/>
              <a:gd name="csY15" fmla="*/ 1399803 h 1561764"/>
              <a:gd name="csX16" fmla="*/ 773832 w 1825151"/>
              <a:gd name="csY16" fmla="*/ 1318822 h 1561764"/>
              <a:gd name="csX17" fmla="*/ 828327 w 1825151"/>
              <a:gd name="csY17" fmla="*/ 1272548 h 1561764"/>
              <a:gd name="csX18" fmla="*/ 937318 w 1825151"/>
              <a:gd name="csY18" fmla="*/ 1237843 h 1561764"/>
              <a:gd name="csX19" fmla="*/ 1155298 w 1825151"/>
              <a:gd name="csY19" fmla="*/ 1260979 h 1561764"/>
              <a:gd name="csX20" fmla="*/ 1242490 w 1825151"/>
              <a:gd name="csY20" fmla="*/ 1330391 h 1561764"/>
              <a:gd name="csX21" fmla="*/ 1286086 w 1825151"/>
              <a:gd name="csY21" fmla="*/ 1365097 h 1561764"/>
              <a:gd name="csX22" fmla="*/ 1362380 w 1825151"/>
              <a:gd name="csY22" fmla="*/ 1434509 h 1561764"/>
              <a:gd name="csX23" fmla="*/ 1384178 w 1825151"/>
              <a:gd name="csY23" fmla="*/ 1469215 h 1561764"/>
              <a:gd name="csX24" fmla="*/ 1471370 w 1825151"/>
              <a:gd name="csY24" fmla="*/ 1527058 h 1561764"/>
              <a:gd name="csX25" fmla="*/ 1634856 w 1825151"/>
              <a:gd name="csY25" fmla="*/ 1492352 h 1561764"/>
              <a:gd name="csX26" fmla="*/ 1678452 w 1825151"/>
              <a:gd name="csY26" fmla="*/ 1434509 h 1561764"/>
              <a:gd name="csX27" fmla="*/ 1732947 w 1825151"/>
              <a:gd name="csY27" fmla="*/ 1376665 h 1561764"/>
              <a:gd name="csX28" fmla="*/ 1798341 w 1825151"/>
              <a:gd name="csY28" fmla="*/ 1260979 h 1561764"/>
              <a:gd name="csX29" fmla="*/ 1809240 w 1825151"/>
              <a:gd name="csY29" fmla="*/ 1203136 h 1561764"/>
              <a:gd name="csX30" fmla="*/ 1809240 w 1825151"/>
              <a:gd name="csY30" fmla="*/ 1087450 h 1561764"/>
              <a:gd name="csX31" fmla="*/ 1765644 w 1825151"/>
              <a:gd name="csY31" fmla="*/ 1041176 h 1561764"/>
              <a:gd name="csX32" fmla="*/ 1667553 w 1825151"/>
              <a:gd name="csY32" fmla="*/ 879216 h 1561764"/>
              <a:gd name="csX33" fmla="*/ 1602159 w 1825151"/>
              <a:gd name="csY33" fmla="*/ 717254 h 1561764"/>
              <a:gd name="csX34" fmla="*/ 1525865 w 1825151"/>
              <a:gd name="csY34" fmla="*/ 613137 h 1561764"/>
              <a:gd name="csX35" fmla="*/ 1362380 w 1825151"/>
              <a:gd name="csY35" fmla="*/ 555294 h 1561764"/>
              <a:gd name="csX36" fmla="*/ 1264289 w 1825151"/>
              <a:gd name="csY36" fmla="*/ 543725 h 1561764"/>
              <a:gd name="csX37" fmla="*/ 1231591 w 1825151"/>
              <a:gd name="csY37" fmla="*/ 532156 h 1561764"/>
              <a:gd name="csX38" fmla="*/ 1220693 w 1825151"/>
              <a:gd name="csY38" fmla="*/ 370196 h 1561764"/>
              <a:gd name="csX39" fmla="*/ 1242490 w 1825151"/>
              <a:gd name="csY39" fmla="*/ 289216 h 1561764"/>
              <a:gd name="csX40" fmla="*/ 1231591 w 1825151"/>
              <a:gd name="csY40" fmla="*/ 242941 h 1561764"/>
              <a:gd name="csX41" fmla="*/ 1198894 w 1825151"/>
              <a:gd name="csY41" fmla="*/ 231373 h 1561764"/>
              <a:gd name="csX42" fmla="*/ 1111702 w 1825151"/>
              <a:gd name="csY42" fmla="*/ 161961 h 1561764"/>
              <a:gd name="csX43" fmla="*/ 980914 w 1825151"/>
              <a:gd name="csY43" fmla="*/ 57844 h 1561764"/>
              <a:gd name="csX44" fmla="*/ 937318 w 1825151"/>
              <a:gd name="csY44" fmla="*/ 23137 h 1561764"/>
              <a:gd name="csX45" fmla="*/ 817428 w 1825151"/>
              <a:gd name="csY45" fmla="*/ 0 h 1561764"/>
              <a:gd name="csX46" fmla="*/ 697539 w 1825151"/>
              <a:gd name="csY46" fmla="*/ 23137 h 1561764"/>
              <a:gd name="csX47" fmla="*/ 653943 w 1825151"/>
              <a:gd name="csY47" fmla="*/ 34706 h 1561764"/>
              <a:gd name="csX48" fmla="*/ 632144 w 1825151"/>
              <a:gd name="csY48" fmla="*/ 80980 h 1561764"/>
              <a:gd name="csX49" fmla="*/ 686639 w 1825151"/>
              <a:gd name="csY49" fmla="*/ 242941 h 1561764"/>
              <a:gd name="csX50" fmla="*/ 708438 w 1825151"/>
              <a:gd name="csY50" fmla="*/ 300784 h 1561764"/>
              <a:gd name="csX51" fmla="*/ 741134 w 1825151"/>
              <a:gd name="csY51" fmla="*/ 323921 h 1561764"/>
              <a:gd name="csX52" fmla="*/ 752034 w 1825151"/>
              <a:gd name="csY52" fmla="*/ 358627 h 1561764"/>
              <a:gd name="csX53" fmla="*/ 741134 w 1825151"/>
              <a:gd name="csY53" fmla="*/ 393333 h 1561764"/>
              <a:gd name="csX54" fmla="*/ 632144 w 1825151"/>
              <a:gd name="csY54" fmla="*/ 497451 h 1561764"/>
              <a:gd name="csX55" fmla="*/ 566750 w 1825151"/>
              <a:gd name="csY55" fmla="*/ 543725 h 1561764"/>
              <a:gd name="csX56" fmla="*/ 544952 w 1825151"/>
              <a:gd name="csY56" fmla="*/ 578431 h 1561764"/>
              <a:gd name="csX57" fmla="*/ 457759 w 1825151"/>
              <a:gd name="csY57" fmla="*/ 636274 h 1561764"/>
              <a:gd name="csX58" fmla="*/ 414163 w 1825151"/>
              <a:gd name="csY58" fmla="*/ 647843 h 1561764"/>
              <a:gd name="csX59" fmla="*/ 326972 w 1825151"/>
              <a:gd name="csY59" fmla="*/ 670980 h 1561764"/>
              <a:gd name="csX60" fmla="*/ 163486 w 1825151"/>
              <a:gd name="csY60" fmla="*/ 682549 h 1561764"/>
              <a:gd name="csX61" fmla="*/ 141688 w 1825151"/>
              <a:gd name="csY61" fmla="*/ 751961 h 1561764"/>
              <a:gd name="csX62" fmla="*/ 130788 w 1825151"/>
              <a:gd name="csY62" fmla="*/ 809804 h 1561764"/>
              <a:gd name="csX63" fmla="*/ 108991 w 1825151"/>
              <a:gd name="csY63" fmla="*/ 937059 h 1561764"/>
              <a:gd name="csX64" fmla="*/ 65394 w 1825151"/>
              <a:gd name="csY64" fmla="*/ 1018038 h 1561764"/>
              <a:gd name="csX65" fmla="*/ 87192 w 1825151"/>
              <a:gd name="csY65" fmla="*/ 971764 h 15617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1825151" h="1561764" fill="none" extrusionOk="0">
                <a:moveTo>
                  <a:pt x="87192" y="971764"/>
                </a:moveTo>
                <a:cubicBezTo>
                  <a:pt x="84492" y="986364"/>
                  <a:pt x="42357" y="1077804"/>
                  <a:pt x="21798" y="1133724"/>
                </a:cubicBezTo>
                <a:cubicBezTo>
                  <a:pt x="17846" y="1149211"/>
                  <a:pt x="16864" y="1163109"/>
                  <a:pt x="10899" y="1180000"/>
                </a:cubicBezTo>
                <a:cubicBezTo>
                  <a:pt x="9665" y="1192401"/>
                  <a:pt x="3935" y="1201339"/>
                  <a:pt x="0" y="1214705"/>
                </a:cubicBezTo>
                <a:cubicBezTo>
                  <a:pt x="5269" y="1270904"/>
                  <a:pt x="2732" y="1306840"/>
                  <a:pt x="21798" y="1353529"/>
                </a:cubicBezTo>
                <a:cubicBezTo>
                  <a:pt x="25151" y="1368672"/>
                  <a:pt x="51657" y="1418424"/>
                  <a:pt x="65394" y="1434509"/>
                </a:cubicBezTo>
                <a:cubicBezTo>
                  <a:pt x="73516" y="1443351"/>
                  <a:pt x="86577" y="1450453"/>
                  <a:pt x="98092" y="1457646"/>
                </a:cubicBezTo>
                <a:cubicBezTo>
                  <a:pt x="111719" y="1469190"/>
                  <a:pt x="119747" y="1484057"/>
                  <a:pt x="130788" y="1492352"/>
                </a:cubicBezTo>
                <a:cubicBezTo>
                  <a:pt x="152775" y="1505019"/>
                  <a:pt x="177886" y="1510037"/>
                  <a:pt x="196183" y="1515489"/>
                </a:cubicBezTo>
                <a:cubicBezTo>
                  <a:pt x="219526" y="1526464"/>
                  <a:pt x="247399" y="1530468"/>
                  <a:pt x="261577" y="1538626"/>
                </a:cubicBezTo>
                <a:cubicBezTo>
                  <a:pt x="270943" y="1541763"/>
                  <a:pt x="282552" y="1547916"/>
                  <a:pt x="294274" y="1550195"/>
                </a:cubicBezTo>
                <a:cubicBezTo>
                  <a:pt x="305612" y="1554580"/>
                  <a:pt x="357050" y="1558681"/>
                  <a:pt x="370568" y="1561764"/>
                </a:cubicBezTo>
                <a:cubicBezTo>
                  <a:pt x="421772" y="1556420"/>
                  <a:pt x="476955" y="1548101"/>
                  <a:pt x="523154" y="1550195"/>
                </a:cubicBezTo>
                <a:cubicBezTo>
                  <a:pt x="539629" y="1548804"/>
                  <a:pt x="550913" y="1547215"/>
                  <a:pt x="566750" y="1538626"/>
                </a:cubicBezTo>
                <a:cubicBezTo>
                  <a:pt x="587924" y="1530187"/>
                  <a:pt x="615460" y="1508718"/>
                  <a:pt x="632144" y="1492352"/>
                </a:cubicBezTo>
                <a:cubicBezTo>
                  <a:pt x="668368" y="1467097"/>
                  <a:pt x="710645" y="1438088"/>
                  <a:pt x="730235" y="1399803"/>
                </a:cubicBezTo>
                <a:cubicBezTo>
                  <a:pt x="737222" y="1385468"/>
                  <a:pt x="760965" y="1338385"/>
                  <a:pt x="773832" y="1318822"/>
                </a:cubicBezTo>
                <a:cubicBezTo>
                  <a:pt x="787442" y="1301736"/>
                  <a:pt x="808688" y="1288957"/>
                  <a:pt x="828327" y="1272548"/>
                </a:cubicBezTo>
                <a:cubicBezTo>
                  <a:pt x="857814" y="1250837"/>
                  <a:pt x="896518" y="1250655"/>
                  <a:pt x="937318" y="1237843"/>
                </a:cubicBezTo>
                <a:cubicBezTo>
                  <a:pt x="947737" y="1237722"/>
                  <a:pt x="1106800" y="1252936"/>
                  <a:pt x="1155298" y="1260979"/>
                </a:cubicBezTo>
                <a:cubicBezTo>
                  <a:pt x="1203074" y="1274267"/>
                  <a:pt x="1202424" y="1294246"/>
                  <a:pt x="1242490" y="1330391"/>
                </a:cubicBezTo>
                <a:cubicBezTo>
                  <a:pt x="1256657" y="1345248"/>
                  <a:pt x="1272636" y="1353489"/>
                  <a:pt x="1286086" y="1365097"/>
                </a:cubicBezTo>
                <a:cubicBezTo>
                  <a:pt x="1417898" y="1449185"/>
                  <a:pt x="1233278" y="1350890"/>
                  <a:pt x="1362380" y="1434509"/>
                </a:cubicBezTo>
                <a:cubicBezTo>
                  <a:pt x="1370484" y="1447263"/>
                  <a:pt x="1375109" y="1459391"/>
                  <a:pt x="1384178" y="1469215"/>
                </a:cubicBezTo>
                <a:cubicBezTo>
                  <a:pt x="1410940" y="1491942"/>
                  <a:pt x="1471370" y="1527058"/>
                  <a:pt x="1471370" y="1527058"/>
                </a:cubicBezTo>
                <a:cubicBezTo>
                  <a:pt x="1509813" y="1524547"/>
                  <a:pt x="1598324" y="1522492"/>
                  <a:pt x="1634856" y="1492352"/>
                </a:cubicBezTo>
                <a:cubicBezTo>
                  <a:pt x="1654880" y="1481073"/>
                  <a:pt x="1665965" y="1453328"/>
                  <a:pt x="1678452" y="1434509"/>
                </a:cubicBezTo>
                <a:cubicBezTo>
                  <a:pt x="1696950" y="1415062"/>
                  <a:pt x="1720138" y="1396901"/>
                  <a:pt x="1732947" y="1376665"/>
                </a:cubicBezTo>
                <a:cubicBezTo>
                  <a:pt x="1758001" y="1340400"/>
                  <a:pt x="1798341" y="1260978"/>
                  <a:pt x="1798341" y="1260979"/>
                </a:cubicBezTo>
                <a:cubicBezTo>
                  <a:pt x="1804765" y="1240147"/>
                  <a:pt x="1804888" y="1224227"/>
                  <a:pt x="1809240" y="1203136"/>
                </a:cubicBezTo>
                <a:cubicBezTo>
                  <a:pt x="1823087" y="1153528"/>
                  <a:pt x="1839115" y="1154063"/>
                  <a:pt x="1809240" y="1087450"/>
                </a:cubicBezTo>
                <a:cubicBezTo>
                  <a:pt x="1800164" y="1065541"/>
                  <a:pt x="1777286" y="1058257"/>
                  <a:pt x="1765644" y="1041176"/>
                </a:cubicBezTo>
                <a:cubicBezTo>
                  <a:pt x="1740887" y="989251"/>
                  <a:pt x="1692473" y="935299"/>
                  <a:pt x="1667553" y="879216"/>
                </a:cubicBezTo>
                <a:cubicBezTo>
                  <a:pt x="1637697" y="796155"/>
                  <a:pt x="1638468" y="789411"/>
                  <a:pt x="1602159" y="717254"/>
                </a:cubicBezTo>
                <a:cubicBezTo>
                  <a:pt x="1584451" y="681803"/>
                  <a:pt x="1559245" y="633667"/>
                  <a:pt x="1525865" y="613137"/>
                </a:cubicBezTo>
                <a:cubicBezTo>
                  <a:pt x="1475581" y="583784"/>
                  <a:pt x="1418116" y="574238"/>
                  <a:pt x="1362380" y="555294"/>
                </a:cubicBezTo>
                <a:cubicBezTo>
                  <a:pt x="1327410" y="549989"/>
                  <a:pt x="1297132" y="544116"/>
                  <a:pt x="1264289" y="543725"/>
                </a:cubicBezTo>
                <a:cubicBezTo>
                  <a:pt x="1251791" y="541188"/>
                  <a:pt x="1236974" y="542755"/>
                  <a:pt x="1231591" y="532156"/>
                </a:cubicBezTo>
                <a:cubicBezTo>
                  <a:pt x="1198078" y="484045"/>
                  <a:pt x="1220836" y="423527"/>
                  <a:pt x="1220693" y="370196"/>
                </a:cubicBezTo>
                <a:cubicBezTo>
                  <a:pt x="1226804" y="339466"/>
                  <a:pt x="1236230" y="316400"/>
                  <a:pt x="1242490" y="289216"/>
                </a:cubicBezTo>
                <a:cubicBezTo>
                  <a:pt x="1238494" y="275557"/>
                  <a:pt x="1242032" y="255580"/>
                  <a:pt x="1231591" y="242941"/>
                </a:cubicBezTo>
                <a:cubicBezTo>
                  <a:pt x="1223214" y="233460"/>
                  <a:pt x="1206853" y="236762"/>
                  <a:pt x="1198894" y="231373"/>
                </a:cubicBezTo>
                <a:cubicBezTo>
                  <a:pt x="1169055" y="210347"/>
                  <a:pt x="1140647" y="179721"/>
                  <a:pt x="1111702" y="161961"/>
                </a:cubicBezTo>
                <a:cubicBezTo>
                  <a:pt x="1068760" y="134490"/>
                  <a:pt x="1005086" y="66166"/>
                  <a:pt x="980914" y="57844"/>
                </a:cubicBezTo>
                <a:cubicBezTo>
                  <a:pt x="966275" y="46761"/>
                  <a:pt x="953206" y="29937"/>
                  <a:pt x="937318" y="23137"/>
                </a:cubicBezTo>
                <a:cubicBezTo>
                  <a:pt x="874781" y="-3220"/>
                  <a:pt x="920598" y="8429"/>
                  <a:pt x="817428" y="0"/>
                </a:cubicBezTo>
                <a:cubicBezTo>
                  <a:pt x="767127" y="6018"/>
                  <a:pt x="743643" y="12290"/>
                  <a:pt x="697539" y="23137"/>
                </a:cubicBezTo>
                <a:cubicBezTo>
                  <a:pt x="684719" y="24356"/>
                  <a:pt x="668688" y="30141"/>
                  <a:pt x="653943" y="34706"/>
                </a:cubicBezTo>
                <a:cubicBezTo>
                  <a:pt x="647886" y="48766"/>
                  <a:pt x="633495" y="63727"/>
                  <a:pt x="632144" y="80980"/>
                </a:cubicBezTo>
                <a:cubicBezTo>
                  <a:pt x="618341" y="137793"/>
                  <a:pt x="674368" y="184987"/>
                  <a:pt x="686639" y="242941"/>
                </a:cubicBezTo>
                <a:cubicBezTo>
                  <a:pt x="696415" y="262902"/>
                  <a:pt x="697235" y="285438"/>
                  <a:pt x="708438" y="300784"/>
                </a:cubicBezTo>
                <a:cubicBezTo>
                  <a:pt x="716275" y="314443"/>
                  <a:pt x="730936" y="315491"/>
                  <a:pt x="741134" y="323921"/>
                </a:cubicBezTo>
                <a:cubicBezTo>
                  <a:pt x="743346" y="336485"/>
                  <a:pt x="751218" y="346355"/>
                  <a:pt x="752034" y="358627"/>
                </a:cubicBezTo>
                <a:cubicBezTo>
                  <a:pt x="752444" y="371266"/>
                  <a:pt x="750168" y="383533"/>
                  <a:pt x="741134" y="393333"/>
                </a:cubicBezTo>
                <a:cubicBezTo>
                  <a:pt x="710877" y="432520"/>
                  <a:pt x="667311" y="473101"/>
                  <a:pt x="632144" y="497451"/>
                </a:cubicBezTo>
                <a:cubicBezTo>
                  <a:pt x="610683" y="513397"/>
                  <a:pt x="566750" y="543726"/>
                  <a:pt x="566750" y="543725"/>
                </a:cubicBezTo>
                <a:cubicBezTo>
                  <a:pt x="558790" y="555874"/>
                  <a:pt x="556280" y="569237"/>
                  <a:pt x="544952" y="578431"/>
                </a:cubicBezTo>
                <a:cubicBezTo>
                  <a:pt x="516834" y="600735"/>
                  <a:pt x="487891" y="622029"/>
                  <a:pt x="457759" y="636274"/>
                </a:cubicBezTo>
                <a:cubicBezTo>
                  <a:pt x="443136" y="638029"/>
                  <a:pt x="430251" y="644308"/>
                  <a:pt x="414163" y="647843"/>
                </a:cubicBezTo>
                <a:cubicBezTo>
                  <a:pt x="372605" y="661036"/>
                  <a:pt x="378466" y="666473"/>
                  <a:pt x="326972" y="670980"/>
                </a:cubicBezTo>
                <a:cubicBezTo>
                  <a:pt x="270905" y="682956"/>
                  <a:pt x="221243" y="673380"/>
                  <a:pt x="163486" y="682549"/>
                </a:cubicBezTo>
                <a:cubicBezTo>
                  <a:pt x="155847" y="704958"/>
                  <a:pt x="146634" y="727901"/>
                  <a:pt x="141688" y="751961"/>
                </a:cubicBezTo>
                <a:cubicBezTo>
                  <a:pt x="138369" y="770685"/>
                  <a:pt x="134293" y="790863"/>
                  <a:pt x="130788" y="809804"/>
                </a:cubicBezTo>
                <a:cubicBezTo>
                  <a:pt x="119034" y="879275"/>
                  <a:pt x="122587" y="872996"/>
                  <a:pt x="108991" y="937059"/>
                </a:cubicBezTo>
                <a:cubicBezTo>
                  <a:pt x="98219" y="983621"/>
                  <a:pt x="104427" y="988145"/>
                  <a:pt x="65394" y="1018038"/>
                </a:cubicBezTo>
                <a:cubicBezTo>
                  <a:pt x="63178" y="1020608"/>
                  <a:pt x="97946" y="953325"/>
                  <a:pt x="87192" y="971764"/>
                </a:cubicBezTo>
                <a:close/>
              </a:path>
              <a:path w="1825151" h="1561764" stroke="0" extrusionOk="0">
                <a:moveTo>
                  <a:pt x="87192" y="971764"/>
                </a:moveTo>
                <a:cubicBezTo>
                  <a:pt x="78413" y="990112"/>
                  <a:pt x="40821" y="1079370"/>
                  <a:pt x="21798" y="1133724"/>
                </a:cubicBezTo>
                <a:cubicBezTo>
                  <a:pt x="16740" y="1148621"/>
                  <a:pt x="14427" y="1164730"/>
                  <a:pt x="10899" y="1180000"/>
                </a:cubicBezTo>
                <a:cubicBezTo>
                  <a:pt x="7356" y="1192101"/>
                  <a:pt x="3377" y="1204547"/>
                  <a:pt x="0" y="1214705"/>
                </a:cubicBezTo>
                <a:cubicBezTo>
                  <a:pt x="4669" y="1271901"/>
                  <a:pt x="8493" y="1308849"/>
                  <a:pt x="21798" y="1353529"/>
                </a:cubicBezTo>
                <a:cubicBezTo>
                  <a:pt x="28472" y="1369435"/>
                  <a:pt x="53451" y="1416413"/>
                  <a:pt x="65394" y="1434509"/>
                </a:cubicBezTo>
                <a:cubicBezTo>
                  <a:pt x="72508" y="1444011"/>
                  <a:pt x="86176" y="1450489"/>
                  <a:pt x="98092" y="1457646"/>
                </a:cubicBezTo>
                <a:cubicBezTo>
                  <a:pt x="109893" y="1467751"/>
                  <a:pt x="116666" y="1485307"/>
                  <a:pt x="130788" y="1492352"/>
                </a:cubicBezTo>
                <a:cubicBezTo>
                  <a:pt x="152683" y="1505207"/>
                  <a:pt x="178080" y="1508665"/>
                  <a:pt x="196183" y="1515489"/>
                </a:cubicBezTo>
                <a:cubicBezTo>
                  <a:pt x="203772" y="1519891"/>
                  <a:pt x="233626" y="1532815"/>
                  <a:pt x="261577" y="1538626"/>
                </a:cubicBezTo>
                <a:cubicBezTo>
                  <a:pt x="272625" y="1542703"/>
                  <a:pt x="283054" y="1550059"/>
                  <a:pt x="294274" y="1550195"/>
                </a:cubicBezTo>
                <a:cubicBezTo>
                  <a:pt x="312416" y="1546930"/>
                  <a:pt x="360691" y="1559127"/>
                  <a:pt x="370568" y="1561764"/>
                </a:cubicBezTo>
                <a:cubicBezTo>
                  <a:pt x="423824" y="1555812"/>
                  <a:pt x="474536" y="1546473"/>
                  <a:pt x="523154" y="1550195"/>
                </a:cubicBezTo>
                <a:cubicBezTo>
                  <a:pt x="537197" y="1548578"/>
                  <a:pt x="551323" y="1544336"/>
                  <a:pt x="566750" y="1538626"/>
                </a:cubicBezTo>
                <a:cubicBezTo>
                  <a:pt x="588169" y="1526046"/>
                  <a:pt x="608726" y="1504473"/>
                  <a:pt x="632144" y="1492352"/>
                </a:cubicBezTo>
                <a:cubicBezTo>
                  <a:pt x="666948" y="1464571"/>
                  <a:pt x="706195" y="1442568"/>
                  <a:pt x="730235" y="1399803"/>
                </a:cubicBezTo>
                <a:cubicBezTo>
                  <a:pt x="736994" y="1384856"/>
                  <a:pt x="761292" y="1337303"/>
                  <a:pt x="773832" y="1318822"/>
                </a:cubicBezTo>
                <a:cubicBezTo>
                  <a:pt x="790225" y="1302684"/>
                  <a:pt x="809949" y="1284321"/>
                  <a:pt x="828327" y="1272548"/>
                </a:cubicBezTo>
                <a:cubicBezTo>
                  <a:pt x="861717" y="1253623"/>
                  <a:pt x="892731" y="1246537"/>
                  <a:pt x="937318" y="1237843"/>
                </a:cubicBezTo>
                <a:cubicBezTo>
                  <a:pt x="957404" y="1246005"/>
                  <a:pt x="1111918" y="1249970"/>
                  <a:pt x="1155298" y="1260979"/>
                </a:cubicBezTo>
                <a:cubicBezTo>
                  <a:pt x="1203156" y="1273452"/>
                  <a:pt x="1202587" y="1295922"/>
                  <a:pt x="1242490" y="1330391"/>
                </a:cubicBezTo>
                <a:cubicBezTo>
                  <a:pt x="1258907" y="1345452"/>
                  <a:pt x="1271911" y="1353704"/>
                  <a:pt x="1286086" y="1365097"/>
                </a:cubicBezTo>
                <a:cubicBezTo>
                  <a:pt x="1381571" y="1483415"/>
                  <a:pt x="1227269" y="1322904"/>
                  <a:pt x="1362380" y="1434509"/>
                </a:cubicBezTo>
                <a:cubicBezTo>
                  <a:pt x="1370889" y="1446467"/>
                  <a:pt x="1373860" y="1458668"/>
                  <a:pt x="1384178" y="1469215"/>
                </a:cubicBezTo>
                <a:cubicBezTo>
                  <a:pt x="1410941" y="1491942"/>
                  <a:pt x="1471369" y="1527058"/>
                  <a:pt x="1471370" y="1527058"/>
                </a:cubicBezTo>
                <a:cubicBezTo>
                  <a:pt x="1505879" y="1529427"/>
                  <a:pt x="1593603" y="1517958"/>
                  <a:pt x="1634856" y="1492352"/>
                </a:cubicBezTo>
                <a:cubicBezTo>
                  <a:pt x="1656772" y="1474523"/>
                  <a:pt x="1663824" y="1451238"/>
                  <a:pt x="1678452" y="1434509"/>
                </a:cubicBezTo>
                <a:cubicBezTo>
                  <a:pt x="1693020" y="1413238"/>
                  <a:pt x="1718865" y="1397562"/>
                  <a:pt x="1732947" y="1376665"/>
                </a:cubicBezTo>
                <a:cubicBezTo>
                  <a:pt x="1758000" y="1340400"/>
                  <a:pt x="1798341" y="1260979"/>
                  <a:pt x="1798341" y="1260979"/>
                </a:cubicBezTo>
                <a:cubicBezTo>
                  <a:pt x="1805066" y="1241085"/>
                  <a:pt x="1804464" y="1223271"/>
                  <a:pt x="1809240" y="1203136"/>
                </a:cubicBezTo>
                <a:cubicBezTo>
                  <a:pt x="1823522" y="1154572"/>
                  <a:pt x="1837953" y="1154155"/>
                  <a:pt x="1809240" y="1087450"/>
                </a:cubicBezTo>
                <a:cubicBezTo>
                  <a:pt x="1803484" y="1067678"/>
                  <a:pt x="1779680" y="1060936"/>
                  <a:pt x="1765644" y="1041176"/>
                </a:cubicBezTo>
                <a:cubicBezTo>
                  <a:pt x="1735596" y="994273"/>
                  <a:pt x="1690088" y="942496"/>
                  <a:pt x="1667553" y="879216"/>
                </a:cubicBezTo>
                <a:cubicBezTo>
                  <a:pt x="1638347" y="796216"/>
                  <a:pt x="1639263" y="789552"/>
                  <a:pt x="1602159" y="717254"/>
                </a:cubicBezTo>
                <a:cubicBezTo>
                  <a:pt x="1583590" y="685586"/>
                  <a:pt x="1564057" y="634370"/>
                  <a:pt x="1525865" y="613137"/>
                </a:cubicBezTo>
                <a:cubicBezTo>
                  <a:pt x="1481603" y="577421"/>
                  <a:pt x="1417974" y="562105"/>
                  <a:pt x="1362380" y="555294"/>
                </a:cubicBezTo>
                <a:cubicBezTo>
                  <a:pt x="1327322" y="551513"/>
                  <a:pt x="1297051" y="548565"/>
                  <a:pt x="1264289" y="543725"/>
                </a:cubicBezTo>
                <a:cubicBezTo>
                  <a:pt x="1253105" y="539544"/>
                  <a:pt x="1238537" y="541789"/>
                  <a:pt x="1231591" y="532156"/>
                </a:cubicBezTo>
                <a:cubicBezTo>
                  <a:pt x="1200035" y="484417"/>
                  <a:pt x="1219165" y="428164"/>
                  <a:pt x="1220693" y="370196"/>
                </a:cubicBezTo>
                <a:cubicBezTo>
                  <a:pt x="1221759" y="342414"/>
                  <a:pt x="1233732" y="312663"/>
                  <a:pt x="1242490" y="289216"/>
                </a:cubicBezTo>
                <a:cubicBezTo>
                  <a:pt x="1239118" y="271156"/>
                  <a:pt x="1241804" y="252829"/>
                  <a:pt x="1231591" y="242941"/>
                </a:cubicBezTo>
                <a:cubicBezTo>
                  <a:pt x="1223823" y="233465"/>
                  <a:pt x="1208974" y="237317"/>
                  <a:pt x="1198894" y="231373"/>
                </a:cubicBezTo>
                <a:cubicBezTo>
                  <a:pt x="1170932" y="208555"/>
                  <a:pt x="1142876" y="184935"/>
                  <a:pt x="1111702" y="161961"/>
                </a:cubicBezTo>
                <a:cubicBezTo>
                  <a:pt x="1101642" y="136262"/>
                  <a:pt x="1020018" y="82785"/>
                  <a:pt x="980914" y="57844"/>
                </a:cubicBezTo>
                <a:cubicBezTo>
                  <a:pt x="965763" y="49348"/>
                  <a:pt x="952221" y="26738"/>
                  <a:pt x="937318" y="23137"/>
                </a:cubicBezTo>
                <a:cubicBezTo>
                  <a:pt x="880318" y="4544"/>
                  <a:pt x="912896" y="13956"/>
                  <a:pt x="817428" y="0"/>
                </a:cubicBezTo>
                <a:cubicBezTo>
                  <a:pt x="766408" y="9668"/>
                  <a:pt x="743197" y="10290"/>
                  <a:pt x="697539" y="23137"/>
                </a:cubicBezTo>
                <a:cubicBezTo>
                  <a:pt x="681815" y="26996"/>
                  <a:pt x="668398" y="32021"/>
                  <a:pt x="653943" y="34706"/>
                </a:cubicBezTo>
                <a:cubicBezTo>
                  <a:pt x="646045" y="49578"/>
                  <a:pt x="636366" y="64056"/>
                  <a:pt x="632144" y="80980"/>
                </a:cubicBezTo>
                <a:cubicBezTo>
                  <a:pt x="614887" y="143614"/>
                  <a:pt x="661212" y="189862"/>
                  <a:pt x="686639" y="242941"/>
                </a:cubicBezTo>
                <a:cubicBezTo>
                  <a:pt x="692699" y="260816"/>
                  <a:pt x="697163" y="282668"/>
                  <a:pt x="708438" y="300784"/>
                </a:cubicBezTo>
                <a:cubicBezTo>
                  <a:pt x="714842" y="313853"/>
                  <a:pt x="729724" y="317483"/>
                  <a:pt x="741134" y="323921"/>
                </a:cubicBezTo>
                <a:cubicBezTo>
                  <a:pt x="742698" y="335987"/>
                  <a:pt x="752836" y="348633"/>
                  <a:pt x="752034" y="358627"/>
                </a:cubicBezTo>
                <a:cubicBezTo>
                  <a:pt x="750275" y="370516"/>
                  <a:pt x="748159" y="382960"/>
                  <a:pt x="741134" y="393333"/>
                </a:cubicBezTo>
                <a:cubicBezTo>
                  <a:pt x="711929" y="432650"/>
                  <a:pt x="677211" y="462443"/>
                  <a:pt x="632144" y="497451"/>
                </a:cubicBezTo>
                <a:cubicBezTo>
                  <a:pt x="610682" y="513397"/>
                  <a:pt x="566751" y="543725"/>
                  <a:pt x="566750" y="543725"/>
                </a:cubicBezTo>
                <a:cubicBezTo>
                  <a:pt x="559727" y="556666"/>
                  <a:pt x="555952" y="569023"/>
                  <a:pt x="544952" y="578431"/>
                </a:cubicBezTo>
                <a:cubicBezTo>
                  <a:pt x="521584" y="601367"/>
                  <a:pt x="490717" y="623823"/>
                  <a:pt x="457759" y="636274"/>
                </a:cubicBezTo>
                <a:cubicBezTo>
                  <a:pt x="442119" y="640252"/>
                  <a:pt x="429916" y="645121"/>
                  <a:pt x="414163" y="647843"/>
                </a:cubicBezTo>
                <a:cubicBezTo>
                  <a:pt x="372572" y="661300"/>
                  <a:pt x="379394" y="665098"/>
                  <a:pt x="326972" y="670980"/>
                </a:cubicBezTo>
                <a:cubicBezTo>
                  <a:pt x="274892" y="671314"/>
                  <a:pt x="221640" y="680308"/>
                  <a:pt x="163486" y="682549"/>
                </a:cubicBezTo>
                <a:cubicBezTo>
                  <a:pt x="157883" y="703075"/>
                  <a:pt x="150672" y="726552"/>
                  <a:pt x="141688" y="751961"/>
                </a:cubicBezTo>
                <a:cubicBezTo>
                  <a:pt x="138973" y="771405"/>
                  <a:pt x="134380" y="794006"/>
                  <a:pt x="130788" y="809804"/>
                </a:cubicBezTo>
                <a:cubicBezTo>
                  <a:pt x="118853" y="878802"/>
                  <a:pt x="123314" y="872729"/>
                  <a:pt x="108991" y="937059"/>
                </a:cubicBezTo>
                <a:cubicBezTo>
                  <a:pt x="99090" y="983403"/>
                  <a:pt x="104112" y="987238"/>
                  <a:pt x="65394" y="1018038"/>
                </a:cubicBezTo>
                <a:cubicBezTo>
                  <a:pt x="63922" y="1023233"/>
                  <a:pt x="95253" y="952466"/>
                  <a:pt x="87192" y="971764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75415 w 1578611"/>
                      <a:gd name="csY0" fmla="*/ 791852 h 1272619"/>
                      <a:gd name="csX1" fmla="*/ 18854 w 1578611"/>
                      <a:gd name="csY1" fmla="*/ 923827 h 1272619"/>
                      <a:gd name="csX2" fmla="*/ 9427 w 1578611"/>
                      <a:gd name="csY2" fmla="*/ 961535 h 1272619"/>
                      <a:gd name="csX3" fmla="*/ 0 w 1578611"/>
                      <a:gd name="csY3" fmla="*/ 989815 h 1272619"/>
                      <a:gd name="csX4" fmla="*/ 18854 w 1578611"/>
                      <a:gd name="csY4" fmla="*/ 1102937 h 1272619"/>
                      <a:gd name="csX5" fmla="*/ 56561 w 1578611"/>
                      <a:gd name="csY5" fmla="*/ 1168924 h 1272619"/>
                      <a:gd name="csX6" fmla="*/ 84842 w 1578611"/>
                      <a:gd name="csY6" fmla="*/ 1187778 h 1272619"/>
                      <a:gd name="csX7" fmla="*/ 113122 w 1578611"/>
                      <a:gd name="csY7" fmla="*/ 1216058 h 1272619"/>
                      <a:gd name="csX8" fmla="*/ 169683 w 1578611"/>
                      <a:gd name="csY8" fmla="*/ 1234912 h 1272619"/>
                      <a:gd name="csX9" fmla="*/ 226244 w 1578611"/>
                      <a:gd name="csY9" fmla="*/ 1253765 h 1272619"/>
                      <a:gd name="csX10" fmla="*/ 254524 w 1578611"/>
                      <a:gd name="csY10" fmla="*/ 1263192 h 1272619"/>
                      <a:gd name="csX11" fmla="*/ 320512 w 1578611"/>
                      <a:gd name="csY11" fmla="*/ 1272619 h 1272619"/>
                      <a:gd name="csX12" fmla="*/ 452487 w 1578611"/>
                      <a:gd name="csY12" fmla="*/ 1263192 h 1272619"/>
                      <a:gd name="csX13" fmla="*/ 490194 w 1578611"/>
                      <a:gd name="csY13" fmla="*/ 1253765 h 1272619"/>
                      <a:gd name="csX14" fmla="*/ 546755 w 1578611"/>
                      <a:gd name="csY14" fmla="*/ 1216058 h 1272619"/>
                      <a:gd name="csX15" fmla="*/ 631596 w 1578611"/>
                      <a:gd name="csY15" fmla="*/ 1140644 h 1272619"/>
                      <a:gd name="csX16" fmla="*/ 669304 w 1578611"/>
                      <a:gd name="csY16" fmla="*/ 1074656 h 1272619"/>
                      <a:gd name="csX17" fmla="*/ 716438 w 1578611"/>
                      <a:gd name="csY17" fmla="*/ 1036949 h 1272619"/>
                      <a:gd name="csX18" fmla="*/ 810706 w 1578611"/>
                      <a:gd name="csY18" fmla="*/ 1008669 h 1272619"/>
                      <a:gd name="csX19" fmla="*/ 999242 w 1578611"/>
                      <a:gd name="csY19" fmla="*/ 1027522 h 1272619"/>
                      <a:gd name="csX20" fmla="*/ 1074656 w 1578611"/>
                      <a:gd name="csY20" fmla="*/ 1084083 h 1272619"/>
                      <a:gd name="csX21" fmla="*/ 1112363 w 1578611"/>
                      <a:gd name="csY21" fmla="*/ 1112363 h 1272619"/>
                      <a:gd name="csX22" fmla="*/ 1178351 w 1578611"/>
                      <a:gd name="csY22" fmla="*/ 1168924 h 1272619"/>
                      <a:gd name="csX23" fmla="*/ 1197205 w 1578611"/>
                      <a:gd name="csY23" fmla="*/ 1197205 h 1272619"/>
                      <a:gd name="csX24" fmla="*/ 1272619 w 1578611"/>
                      <a:gd name="csY24" fmla="*/ 1244339 h 1272619"/>
                      <a:gd name="csX25" fmla="*/ 1414021 w 1578611"/>
                      <a:gd name="csY25" fmla="*/ 1216058 h 1272619"/>
                      <a:gd name="csX26" fmla="*/ 1451728 w 1578611"/>
                      <a:gd name="csY26" fmla="*/ 1168924 h 1272619"/>
                      <a:gd name="csX27" fmla="*/ 1498862 w 1578611"/>
                      <a:gd name="csY27" fmla="*/ 1121790 h 1272619"/>
                      <a:gd name="csX28" fmla="*/ 1555423 w 1578611"/>
                      <a:gd name="csY28" fmla="*/ 1027522 h 1272619"/>
                      <a:gd name="csX29" fmla="*/ 1564850 w 1578611"/>
                      <a:gd name="csY29" fmla="*/ 980388 h 1272619"/>
                      <a:gd name="csX30" fmla="*/ 1564850 w 1578611"/>
                      <a:gd name="csY30" fmla="*/ 886120 h 1272619"/>
                      <a:gd name="csX31" fmla="*/ 1527143 w 1578611"/>
                      <a:gd name="csY31" fmla="*/ 848413 h 1272619"/>
                      <a:gd name="csX32" fmla="*/ 1442302 w 1578611"/>
                      <a:gd name="csY32" fmla="*/ 716438 h 1272619"/>
                      <a:gd name="csX33" fmla="*/ 1385741 w 1578611"/>
                      <a:gd name="csY33" fmla="*/ 584462 h 1272619"/>
                      <a:gd name="csX34" fmla="*/ 1319753 w 1578611"/>
                      <a:gd name="csY34" fmla="*/ 499621 h 1272619"/>
                      <a:gd name="csX35" fmla="*/ 1178351 w 1578611"/>
                      <a:gd name="csY35" fmla="*/ 452487 h 1272619"/>
                      <a:gd name="csX36" fmla="*/ 1093510 w 1578611"/>
                      <a:gd name="csY36" fmla="*/ 443060 h 1272619"/>
                      <a:gd name="csX37" fmla="*/ 1065229 w 1578611"/>
                      <a:gd name="csY37" fmla="*/ 433633 h 1272619"/>
                      <a:gd name="csX38" fmla="*/ 1055803 w 1578611"/>
                      <a:gd name="csY38" fmla="*/ 301658 h 1272619"/>
                      <a:gd name="csX39" fmla="*/ 1074656 w 1578611"/>
                      <a:gd name="csY39" fmla="*/ 235671 h 1272619"/>
                      <a:gd name="csX40" fmla="*/ 1065229 w 1578611"/>
                      <a:gd name="csY40" fmla="*/ 197963 h 1272619"/>
                      <a:gd name="csX41" fmla="*/ 1036949 w 1578611"/>
                      <a:gd name="csY41" fmla="*/ 188537 h 1272619"/>
                      <a:gd name="csX42" fmla="*/ 961535 w 1578611"/>
                      <a:gd name="csY42" fmla="*/ 131976 h 1272619"/>
                      <a:gd name="csX43" fmla="*/ 848413 w 1578611"/>
                      <a:gd name="csY43" fmla="*/ 47135 h 1272619"/>
                      <a:gd name="csX44" fmla="*/ 810706 w 1578611"/>
                      <a:gd name="csY44" fmla="*/ 18854 h 1272619"/>
                      <a:gd name="csX45" fmla="*/ 707011 w 1578611"/>
                      <a:gd name="csY45" fmla="*/ 0 h 1272619"/>
                      <a:gd name="csX46" fmla="*/ 603316 w 1578611"/>
                      <a:gd name="csY46" fmla="*/ 18854 h 1272619"/>
                      <a:gd name="csX47" fmla="*/ 565609 w 1578611"/>
                      <a:gd name="csY47" fmla="*/ 28281 h 1272619"/>
                      <a:gd name="csX48" fmla="*/ 546755 w 1578611"/>
                      <a:gd name="csY48" fmla="*/ 65988 h 1272619"/>
                      <a:gd name="csX49" fmla="*/ 593889 w 1578611"/>
                      <a:gd name="csY49" fmla="*/ 197963 h 1272619"/>
                      <a:gd name="csX50" fmla="*/ 612743 w 1578611"/>
                      <a:gd name="csY50" fmla="*/ 245097 h 1272619"/>
                      <a:gd name="csX51" fmla="*/ 641023 w 1578611"/>
                      <a:gd name="csY51" fmla="*/ 263951 h 1272619"/>
                      <a:gd name="csX52" fmla="*/ 650450 w 1578611"/>
                      <a:gd name="csY52" fmla="*/ 292231 h 1272619"/>
                      <a:gd name="csX53" fmla="*/ 641023 w 1578611"/>
                      <a:gd name="csY53" fmla="*/ 320512 h 1272619"/>
                      <a:gd name="csX54" fmla="*/ 546755 w 1578611"/>
                      <a:gd name="csY54" fmla="*/ 405353 h 1272619"/>
                      <a:gd name="csX55" fmla="*/ 490194 w 1578611"/>
                      <a:gd name="csY55" fmla="*/ 443060 h 1272619"/>
                      <a:gd name="csX56" fmla="*/ 471341 w 1578611"/>
                      <a:gd name="csY56" fmla="*/ 471341 h 1272619"/>
                      <a:gd name="csX57" fmla="*/ 395926 w 1578611"/>
                      <a:gd name="csY57" fmla="*/ 518475 h 1272619"/>
                      <a:gd name="csX58" fmla="*/ 358219 w 1578611"/>
                      <a:gd name="csY58" fmla="*/ 527902 h 1272619"/>
                      <a:gd name="csX59" fmla="*/ 282805 w 1578611"/>
                      <a:gd name="csY59" fmla="*/ 546755 h 1272619"/>
                      <a:gd name="csX60" fmla="*/ 141403 w 1578611"/>
                      <a:gd name="csY60" fmla="*/ 556182 h 1272619"/>
                      <a:gd name="csX61" fmla="*/ 122549 w 1578611"/>
                      <a:gd name="csY61" fmla="*/ 612743 h 1272619"/>
                      <a:gd name="csX62" fmla="*/ 113122 w 1578611"/>
                      <a:gd name="csY62" fmla="*/ 659877 h 1272619"/>
                      <a:gd name="csX63" fmla="*/ 94269 w 1578611"/>
                      <a:gd name="csY63" fmla="*/ 763572 h 1272619"/>
                      <a:gd name="csX64" fmla="*/ 56561 w 1578611"/>
                      <a:gd name="csY64" fmla="*/ 829559 h 1272619"/>
                      <a:gd name="csX65" fmla="*/ 75415 w 1578611"/>
                      <a:gd name="csY65" fmla="*/ 791852 h 12726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</a:cxnLst>
                    <a:rect l="l" t="t" r="r" b="b"/>
                    <a:pathLst>
                      <a:path w="1578611" h="1272619">
                        <a:moveTo>
                          <a:pt x="75415" y="791852"/>
                        </a:moveTo>
                        <a:cubicBezTo>
                          <a:pt x="69130" y="807563"/>
                          <a:pt x="36201" y="879220"/>
                          <a:pt x="18854" y="923827"/>
                        </a:cubicBezTo>
                        <a:cubicBezTo>
                          <a:pt x="14158" y="935902"/>
                          <a:pt x="12986" y="949077"/>
                          <a:pt x="9427" y="961535"/>
                        </a:cubicBezTo>
                        <a:cubicBezTo>
                          <a:pt x="6697" y="971089"/>
                          <a:pt x="3142" y="980388"/>
                          <a:pt x="0" y="989815"/>
                        </a:cubicBezTo>
                        <a:cubicBezTo>
                          <a:pt x="5248" y="1037045"/>
                          <a:pt x="2272" y="1064245"/>
                          <a:pt x="18854" y="1102937"/>
                        </a:cubicBezTo>
                        <a:cubicBezTo>
                          <a:pt x="24398" y="1115873"/>
                          <a:pt x="44729" y="1157092"/>
                          <a:pt x="56561" y="1168924"/>
                        </a:cubicBezTo>
                        <a:cubicBezTo>
                          <a:pt x="64572" y="1176935"/>
                          <a:pt x="76138" y="1180525"/>
                          <a:pt x="84842" y="1187778"/>
                        </a:cubicBezTo>
                        <a:cubicBezTo>
                          <a:pt x="95083" y="1196312"/>
                          <a:pt x="101468" y="1209584"/>
                          <a:pt x="113122" y="1216058"/>
                        </a:cubicBezTo>
                        <a:cubicBezTo>
                          <a:pt x="130495" y="1225709"/>
                          <a:pt x="150829" y="1228627"/>
                          <a:pt x="169683" y="1234912"/>
                        </a:cubicBezTo>
                        <a:lnTo>
                          <a:pt x="226244" y="1253765"/>
                        </a:lnTo>
                        <a:cubicBezTo>
                          <a:pt x="235671" y="1256907"/>
                          <a:pt x="244687" y="1261787"/>
                          <a:pt x="254524" y="1263192"/>
                        </a:cubicBezTo>
                        <a:lnTo>
                          <a:pt x="320512" y="1272619"/>
                        </a:lnTo>
                        <a:cubicBezTo>
                          <a:pt x="364504" y="1269477"/>
                          <a:pt x="408653" y="1268063"/>
                          <a:pt x="452487" y="1263192"/>
                        </a:cubicBezTo>
                        <a:cubicBezTo>
                          <a:pt x="465364" y="1261761"/>
                          <a:pt x="478606" y="1259559"/>
                          <a:pt x="490194" y="1253765"/>
                        </a:cubicBezTo>
                        <a:cubicBezTo>
                          <a:pt x="510461" y="1243631"/>
                          <a:pt x="527901" y="1228627"/>
                          <a:pt x="546755" y="1216058"/>
                        </a:cubicBezTo>
                        <a:cubicBezTo>
                          <a:pt x="576645" y="1196132"/>
                          <a:pt x="615449" y="1172936"/>
                          <a:pt x="631596" y="1140644"/>
                        </a:cubicBezTo>
                        <a:cubicBezTo>
                          <a:pt x="638989" y="1125858"/>
                          <a:pt x="655980" y="1087980"/>
                          <a:pt x="669304" y="1074656"/>
                        </a:cubicBezTo>
                        <a:cubicBezTo>
                          <a:pt x="683531" y="1060429"/>
                          <a:pt x="699185" y="1047301"/>
                          <a:pt x="716438" y="1036949"/>
                        </a:cubicBezTo>
                        <a:cubicBezTo>
                          <a:pt x="747446" y="1018344"/>
                          <a:pt x="776334" y="1015543"/>
                          <a:pt x="810706" y="1008669"/>
                        </a:cubicBezTo>
                        <a:cubicBezTo>
                          <a:pt x="825108" y="1009777"/>
                          <a:pt x="963362" y="1017736"/>
                          <a:pt x="999242" y="1027522"/>
                        </a:cubicBezTo>
                        <a:cubicBezTo>
                          <a:pt x="1040436" y="1038757"/>
                          <a:pt x="1042712" y="1056132"/>
                          <a:pt x="1074656" y="1084083"/>
                        </a:cubicBezTo>
                        <a:cubicBezTo>
                          <a:pt x="1086480" y="1094429"/>
                          <a:pt x="1100434" y="1102138"/>
                          <a:pt x="1112363" y="1112363"/>
                        </a:cubicBezTo>
                        <a:cubicBezTo>
                          <a:pt x="1204273" y="1191143"/>
                          <a:pt x="1068086" y="1086226"/>
                          <a:pt x="1178351" y="1168924"/>
                        </a:cubicBezTo>
                        <a:cubicBezTo>
                          <a:pt x="1184636" y="1178351"/>
                          <a:pt x="1188358" y="1190127"/>
                          <a:pt x="1197205" y="1197205"/>
                        </a:cubicBezTo>
                        <a:cubicBezTo>
                          <a:pt x="1220353" y="1215724"/>
                          <a:pt x="1272619" y="1244339"/>
                          <a:pt x="1272619" y="1244339"/>
                        </a:cubicBezTo>
                        <a:cubicBezTo>
                          <a:pt x="1304199" y="1241181"/>
                          <a:pt x="1380180" y="1242379"/>
                          <a:pt x="1414021" y="1216058"/>
                        </a:cubicBezTo>
                        <a:cubicBezTo>
                          <a:pt x="1429903" y="1203705"/>
                          <a:pt x="1438268" y="1183879"/>
                          <a:pt x="1451728" y="1168924"/>
                        </a:cubicBezTo>
                        <a:cubicBezTo>
                          <a:pt x="1466592" y="1152409"/>
                          <a:pt x="1485722" y="1139708"/>
                          <a:pt x="1498862" y="1121790"/>
                        </a:cubicBezTo>
                        <a:cubicBezTo>
                          <a:pt x="1520532" y="1092239"/>
                          <a:pt x="1555423" y="1027522"/>
                          <a:pt x="1555423" y="1027522"/>
                        </a:cubicBezTo>
                        <a:cubicBezTo>
                          <a:pt x="1558565" y="1011811"/>
                          <a:pt x="1560964" y="995932"/>
                          <a:pt x="1564850" y="980388"/>
                        </a:cubicBezTo>
                        <a:cubicBezTo>
                          <a:pt x="1574899" y="940192"/>
                          <a:pt x="1590003" y="941456"/>
                          <a:pt x="1564850" y="886120"/>
                        </a:cubicBezTo>
                        <a:cubicBezTo>
                          <a:pt x="1557495" y="869938"/>
                          <a:pt x="1537550" y="862823"/>
                          <a:pt x="1527143" y="848413"/>
                        </a:cubicBezTo>
                        <a:cubicBezTo>
                          <a:pt x="1496523" y="806016"/>
                          <a:pt x="1460665" y="765406"/>
                          <a:pt x="1442302" y="716438"/>
                        </a:cubicBezTo>
                        <a:cubicBezTo>
                          <a:pt x="1416885" y="648660"/>
                          <a:pt x="1417968" y="643545"/>
                          <a:pt x="1385741" y="584462"/>
                        </a:cubicBezTo>
                        <a:cubicBezTo>
                          <a:pt x="1370995" y="557427"/>
                          <a:pt x="1348413" y="515998"/>
                          <a:pt x="1319753" y="499621"/>
                        </a:cubicBezTo>
                        <a:cubicBezTo>
                          <a:pt x="1276888" y="475127"/>
                          <a:pt x="1227292" y="459479"/>
                          <a:pt x="1178351" y="452487"/>
                        </a:cubicBezTo>
                        <a:cubicBezTo>
                          <a:pt x="1150183" y="448463"/>
                          <a:pt x="1121790" y="446202"/>
                          <a:pt x="1093510" y="443060"/>
                        </a:cubicBezTo>
                        <a:cubicBezTo>
                          <a:pt x="1084083" y="439918"/>
                          <a:pt x="1071005" y="441719"/>
                          <a:pt x="1065229" y="433633"/>
                        </a:cubicBezTo>
                        <a:cubicBezTo>
                          <a:pt x="1035077" y="391421"/>
                          <a:pt x="1048102" y="347864"/>
                          <a:pt x="1055803" y="301658"/>
                        </a:cubicBezTo>
                        <a:cubicBezTo>
                          <a:pt x="1059750" y="277978"/>
                          <a:pt x="1067183" y="258090"/>
                          <a:pt x="1074656" y="235671"/>
                        </a:cubicBezTo>
                        <a:cubicBezTo>
                          <a:pt x="1071514" y="223102"/>
                          <a:pt x="1073323" y="208080"/>
                          <a:pt x="1065229" y="197963"/>
                        </a:cubicBezTo>
                        <a:cubicBezTo>
                          <a:pt x="1059022" y="190204"/>
                          <a:pt x="1045332" y="193872"/>
                          <a:pt x="1036949" y="188537"/>
                        </a:cubicBezTo>
                        <a:cubicBezTo>
                          <a:pt x="1010439" y="171667"/>
                          <a:pt x="986673" y="150830"/>
                          <a:pt x="961535" y="131976"/>
                        </a:cubicBezTo>
                        <a:lnTo>
                          <a:pt x="848413" y="47135"/>
                        </a:lnTo>
                        <a:cubicBezTo>
                          <a:pt x="835844" y="37708"/>
                          <a:pt x="825611" y="23822"/>
                          <a:pt x="810706" y="18854"/>
                        </a:cubicBezTo>
                        <a:cubicBezTo>
                          <a:pt x="758391" y="1416"/>
                          <a:pt x="792285" y="10660"/>
                          <a:pt x="707011" y="0"/>
                        </a:cubicBezTo>
                        <a:cubicBezTo>
                          <a:pt x="666080" y="6822"/>
                          <a:pt x="642842" y="10070"/>
                          <a:pt x="603316" y="18854"/>
                        </a:cubicBezTo>
                        <a:cubicBezTo>
                          <a:pt x="590669" y="21665"/>
                          <a:pt x="578178" y="25139"/>
                          <a:pt x="565609" y="28281"/>
                        </a:cubicBezTo>
                        <a:cubicBezTo>
                          <a:pt x="559324" y="40850"/>
                          <a:pt x="548153" y="52005"/>
                          <a:pt x="546755" y="65988"/>
                        </a:cubicBezTo>
                        <a:cubicBezTo>
                          <a:pt x="541563" y="117902"/>
                          <a:pt x="575923" y="153050"/>
                          <a:pt x="593889" y="197963"/>
                        </a:cubicBezTo>
                        <a:cubicBezTo>
                          <a:pt x="600174" y="213674"/>
                          <a:pt x="602908" y="231327"/>
                          <a:pt x="612743" y="245097"/>
                        </a:cubicBezTo>
                        <a:cubicBezTo>
                          <a:pt x="619328" y="254316"/>
                          <a:pt x="631596" y="257666"/>
                          <a:pt x="641023" y="263951"/>
                        </a:cubicBezTo>
                        <a:cubicBezTo>
                          <a:pt x="644165" y="273378"/>
                          <a:pt x="650450" y="282294"/>
                          <a:pt x="650450" y="292231"/>
                        </a:cubicBezTo>
                        <a:cubicBezTo>
                          <a:pt x="650450" y="302168"/>
                          <a:pt x="647124" y="312668"/>
                          <a:pt x="641023" y="320512"/>
                        </a:cubicBezTo>
                        <a:cubicBezTo>
                          <a:pt x="614915" y="354079"/>
                          <a:pt x="581302" y="381170"/>
                          <a:pt x="546755" y="405353"/>
                        </a:cubicBezTo>
                        <a:cubicBezTo>
                          <a:pt x="528192" y="418347"/>
                          <a:pt x="490194" y="443060"/>
                          <a:pt x="490194" y="443060"/>
                        </a:cubicBezTo>
                        <a:cubicBezTo>
                          <a:pt x="483910" y="452487"/>
                          <a:pt x="480188" y="464263"/>
                          <a:pt x="471341" y="471341"/>
                        </a:cubicBezTo>
                        <a:cubicBezTo>
                          <a:pt x="448193" y="489860"/>
                          <a:pt x="424685" y="511285"/>
                          <a:pt x="395926" y="518475"/>
                        </a:cubicBezTo>
                        <a:cubicBezTo>
                          <a:pt x="383357" y="521617"/>
                          <a:pt x="370676" y="524343"/>
                          <a:pt x="358219" y="527902"/>
                        </a:cubicBezTo>
                        <a:cubicBezTo>
                          <a:pt x="322588" y="538082"/>
                          <a:pt x="327026" y="542333"/>
                          <a:pt x="282805" y="546755"/>
                        </a:cubicBezTo>
                        <a:cubicBezTo>
                          <a:pt x="235801" y="551456"/>
                          <a:pt x="188537" y="553040"/>
                          <a:pt x="141403" y="556182"/>
                        </a:cubicBezTo>
                        <a:cubicBezTo>
                          <a:pt x="135118" y="575036"/>
                          <a:pt x="126447" y="593255"/>
                          <a:pt x="122549" y="612743"/>
                        </a:cubicBezTo>
                        <a:cubicBezTo>
                          <a:pt x="119407" y="628454"/>
                          <a:pt x="115988" y="644113"/>
                          <a:pt x="113122" y="659877"/>
                        </a:cubicBezTo>
                        <a:cubicBezTo>
                          <a:pt x="102893" y="716134"/>
                          <a:pt x="105907" y="711199"/>
                          <a:pt x="94269" y="763572"/>
                        </a:cubicBezTo>
                        <a:cubicBezTo>
                          <a:pt x="85723" y="802031"/>
                          <a:pt x="89770" y="804653"/>
                          <a:pt x="56561" y="829559"/>
                        </a:cubicBezTo>
                        <a:cubicBezTo>
                          <a:pt x="54047" y="831444"/>
                          <a:pt x="81700" y="776141"/>
                          <a:pt x="75415" y="791852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  <a:effectLst>
            <a:outerShdw blurRad="214292" dist="86235" dir="3240000" algn="ctr" rotWithShape="0">
              <a:schemeClr val="tx1">
                <a:alpha val="91136"/>
              </a:schemeClr>
            </a:outerShdw>
            <a:reflection stA="0" endPos="64000" dist="50800" dir="5400000" sy="-100000" algn="bl" rotWithShape="0"/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dkEdg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latin typeface="+mj-ea"/>
              <a:ea typeface="+mj-ea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69CFF6FD-0438-6938-CB22-CA9437E5C0C3}"/>
              </a:ext>
            </a:extLst>
          </p:cNvPr>
          <p:cNvSpPr/>
          <p:nvPr/>
        </p:nvSpPr>
        <p:spPr>
          <a:xfrm>
            <a:off x="3662317" y="684119"/>
            <a:ext cx="1287856" cy="2833960"/>
          </a:xfrm>
          <a:prstGeom prst="roundRect">
            <a:avLst>
              <a:gd name="adj" fmla="val 26751"/>
            </a:avLst>
          </a:prstGeom>
          <a:solidFill>
            <a:schemeClr val="tx2">
              <a:lumMod val="10000"/>
              <a:lumOff val="9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j-ea"/>
                <a:ea typeface="+mj-ea"/>
              </a:rPr>
              <a:t>3D</a:t>
            </a:r>
            <a:r>
              <a:rPr lang="ko-KR" altLang="en-US" sz="1600" dirty="0">
                <a:solidFill>
                  <a:schemeClr val="tx1"/>
                </a:solidFill>
                <a:latin typeface="+mj-ea"/>
                <a:ea typeface="+mj-ea"/>
              </a:rPr>
              <a:t> 기반</a:t>
            </a:r>
            <a:endParaRPr lang="en-US" altLang="ko-KR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+mj-ea"/>
                <a:ea typeface="+mj-ea"/>
              </a:rPr>
              <a:t>날앃</a:t>
            </a:r>
            <a:endParaRPr lang="en-KR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E3ABB5C-661C-B29D-51CC-331983E7D96A}"/>
              </a:ext>
            </a:extLst>
          </p:cNvPr>
          <p:cNvCxnSpPr>
            <a:cxnSpLocks/>
          </p:cNvCxnSpPr>
          <p:nvPr/>
        </p:nvCxnSpPr>
        <p:spPr>
          <a:xfrm flipH="1">
            <a:off x="12385960" y="2159376"/>
            <a:ext cx="352578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014EDE0-6419-6133-B148-F65AA23DDFE7}"/>
              </a:ext>
            </a:extLst>
          </p:cNvPr>
          <p:cNvSpPr txBox="1"/>
          <p:nvPr/>
        </p:nvSpPr>
        <p:spPr>
          <a:xfrm>
            <a:off x="12104778" y="2710244"/>
            <a:ext cx="360645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+mj-ea"/>
                <a:ea typeface="+mj-ea"/>
              </a:rPr>
              <a:t>눈 </a:t>
            </a:r>
            <a:r>
              <a:rPr lang="ko-KR" altLang="en-US" sz="1600" dirty="0" err="1">
                <a:latin typeface="+mj-ea"/>
                <a:ea typeface="+mj-ea"/>
              </a:rPr>
              <a:t>아티팩트가</a:t>
            </a:r>
            <a:r>
              <a:rPr lang="ko-KR" altLang="en-US" sz="1600" dirty="0">
                <a:latin typeface="+mj-ea"/>
                <a:ea typeface="+mj-ea"/>
              </a:rPr>
              <a:t> 제거된</a:t>
            </a:r>
            <a:endParaRPr lang="en-US" altLang="ko-KR" sz="1600" dirty="0">
              <a:latin typeface="+mj-ea"/>
              <a:ea typeface="+mj-ea"/>
            </a:endParaRPr>
          </a:p>
          <a:p>
            <a:pPr algn="ctr"/>
            <a:r>
              <a:rPr lang="en-US" altLang="ko-KR" sz="1600" dirty="0">
                <a:latin typeface="+mj-ea"/>
                <a:ea typeface="+mj-ea"/>
              </a:rPr>
              <a:t>3D </a:t>
            </a:r>
            <a:r>
              <a:rPr lang="ko-KR" altLang="en-US" sz="1600" dirty="0">
                <a:latin typeface="+mj-ea"/>
                <a:ea typeface="+mj-ea"/>
              </a:rPr>
              <a:t>장면</a:t>
            </a:r>
            <a:endParaRPr lang="en-KR" sz="1600" dirty="0">
              <a:latin typeface="+mj-ea"/>
              <a:ea typeface="+mj-ea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753C602-A9DC-DAFC-E4D6-3BAD64347F25}"/>
              </a:ext>
            </a:extLst>
          </p:cNvPr>
          <p:cNvSpPr/>
          <p:nvPr/>
        </p:nvSpPr>
        <p:spPr>
          <a:xfrm>
            <a:off x="10080535" y="2289200"/>
            <a:ext cx="2184199" cy="1212979"/>
          </a:xfrm>
          <a:prstGeom prst="roundRect">
            <a:avLst>
              <a:gd name="adj" fmla="val 16369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+mj-ea"/>
                <a:ea typeface="+mj-ea"/>
              </a:rPr>
              <a:t>LongSplat</a:t>
            </a:r>
            <a:endParaRPr lang="en-US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j-ea"/>
                <a:ea typeface="+mj-ea"/>
              </a:rPr>
              <a:t>3D </a:t>
            </a:r>
            <a:r>
              <a:rPr lang="ko-KR" altLang="en-US" sz="1600" dirty="0">
                <a:solidFill>
                  <a:schemeClr val="tx1"/>
                </a:solidFill>
                <a:latin typeface="+mj-ea"/>
                <a:ea typeface="+mj-ea"/>
              </a:rPr>
              <a:t>장면 재구성</a:t>
            </a:r>
            <a:endParaRPr lang="en-KR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844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807CC1F-254D-74F5-4802-BD79162538A8}"/>
              </a:ext>
            </a:extLst>
          </p:cNvPr>
          <p:cNvSpPr txBox="1"/>
          <p:nvPr/>
        </p:nvSpPr>
        <p:spPr>
          <a:xfrm>
            <a:off x="3470841" y="3617321"/>
            <a:ext cx="2467014" cy="646331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j-ea"/>
                <a:ea typeface="+mj-ea"/>
              </a:rPr>
              <a:t>눈 </a:t>
            </a:r>
            <a:r>
              <a:rPr lang="ko-KR" altLang="en-US" dirty="0" err="1">
                <a:latin typeface="+mj-ea"/>
                <a:ea typeface="+mj-ea"/>
              </a:rPr>
              <a:t>아티팩트가</a:t>
            </a:r>
            <a:r>
              <a:rPr lang="ko-KR" altLang="en-US" dirty="0">
                <a:latin typeface="+mj-ea"/>
                <a:ea typeface="+mj-ea"/>
              </a:rPr>
              <a:t> 적용된</a:t>
            </a:r>
            <a:endParaRPr lang="en-US" altLang="ko-KR" dirty="0">
              <a:latin typeface="+mj-ea"/>
              <a:ea typeface="+mj-ea"/>
            </a:endParaRPr>
          </a:p>
          <a:p>
            <a:pPr algn="ctr"/>
            <a:r>
              <a:rPr lang="en-KR" dirty="0">
                <a:latin typeface="+mj-ea"/>
                <a:ea typeface="+mj-ea"/>
              </a:rPr>
              <a:t>2D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멀티뷰</a:t>
            </a:r>
            <a:r>
              <a:rPr lang="ko-KR" altLang="en-US" dirty="0">
                <a:latin typeface="+mj-ea"/>
                <a:ea typeface="+mj-ea"/>
              </a:rPr>
              <a:t> 영상</a:t>
            </a:r>
            <a:endParaRPr lang="en-KR" dirty="0">
              <a:latin typeface="+mj-ea"/>
              <a:ea typeface="+mj-ea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90220F-AEE8-CA67-1D7C-77FC68DC529A}"/>
              </a:ext>
            </a:extLst>
          </p:cNvPr>
          <p:cNvGrpSpPr/>
          <p:nvPr/>
        </p:nvGrpSpPr>
        <p:grpSpPr>
          <a:xfrm>
            <a:off x="3600465" y="1521538"/>
            <a:ext cx="2110052" cy="2051329"/>
            <a:chOff x="3635145" y="527792"/>
            <a:chExt cx="1775864" cy="174254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839808-4BEB-ED18-126E-0A8071DB47C2}"/>
                </a:ext>
              </a:extLst>
            </p:cNvPr>
            <p:cNvGrpSpPr/>
            <p:nvPr/>
          </p:nvGrpSpPr>
          <p:grpSpPr>
            <a:xfrm>
              <a:off x="3635145" y="527792"/>
              <a:ext cx="1775864" cy="1742548"/>
              <a:chOff x="410288" y="517176"/>
              <a:chExt cx="1920890" cy="193936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DBFE668-DC0C-9E62-6C7E-DF3AE441E3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0288" y="517176"/>
                <a:ext cx="1920890" cy="1939368"/>
                <a:chOff x="6253697" y="645428"/>
                <a:chExt cx="2286589" cy="2308585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A8599FE-E559-23A4-4540-E7389B2DCB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00918" y="64542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14A583A-8484-8244-44A3-7DC88915D1C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83083" y="772691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6A27875-65D9-F0A1-D58F-4CFE39626F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8390" y="893668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72CD619-B530-1205-1A25-E21D15C988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53697" y="1014645"/>
                  <a:ext cx="1939368" cy="19393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B447422-3A3C-1150-5704-BC047F238327}"/>
                  </a:ext>
                </a:extLst>
              </p:cNvPr>
              <p:cNvSpPr/>
              <p:nvPr/>
            </p:nvSpPr>
            <p:spPr>
              <a:xfrm>
                <a:off x="635302" y="1148931"/>
                <a:ext cx="1179170" cy="999195"/>
              </a:xfrm>
              <a:custGeom>
                <a:avLst/>
                <a:gdLst>
                  <a:gd name="csX0" fmla="*/ 56332 w 1179170"/>
                  <a:gd name="csY0" fmla="*/ 621721 h 999195"/>
                  <a:gd name="csX1" fmla="*/ 14083 w 1179170"/>
                  <a:gd name="csY1" fmla="*/ 725341 h 999195"/>
                  <a:gd name="csX2" fmla="*/ 7041 w 1179170"/>
                  <a:gd name="csY2" fmla="*/ 754947 h 999195"/>
                  <a:gd name="csX3" fmla="*/ 0 w 1179170"/>
                  <a:gd name="csY3" fmla="*/ 777151 h 999195"/>
                  <a:gd name="csX4" fmla="*/ 14083 w 1179170"/>
                  <a:gd name="csY4" fmla="*/ 865969 h 999195"/>
                  <a:gd name="csX5" fmla="*/ 42249 w 1179170"/>
                  <a:gd name="csY5" fmla="*/ 917779 h 999195"/>
                  <a:gd name="csX6" fmla="*/ 63374 w 1179170"/>
                  <a:gd name="csY6" fmla="*/ 932582 h 999195"/>
                  <a:gd name="csX7" fmla="*/ 84498 w 1179170"/>
                  <a:gd name="csY7" fmla="*/ 954786 h 999195"/>
                  <a:gd name="csX8" fmla="*/ 126747 w 1179170"/>
                  <a:gd name="csY8" fmla="*/ 969589 h 999195"/>
                  <a:gd name="csX9" fmla="*/ 168996 w 1179170"/>
                  <a:gd name="csY9" fmla="*/ 984391 h 999195"/>
                  <a:gd name="csX10" fmla="*/ 190120 w 1179170"/>
                  <a:gd name="csY10" fmla="*/ 991793 h 999195"/>
                  <a:gd name="csX11" fmla="*/ 239411 w 1179170"/>
                  <a:gd name="csY11" fmla="*/ 999195 h 999195"/>
                  <a:gd name="csX12" fmla="*/ 337992 w 1179170"/>
                  <a:gd name="csY12" fmla="*/ 991793 h 999195"/>
                  <a:gd name="csX13" fmla="*/ 366158 w 1179170"/>
                  <a:gd name="csY13" fmla="*/ 984391 h 999195"/>
                  <a:gd name="csX14" fmla="*/ 408407 w 1179170"/>
                  <a:gd name="csY14" fmla="*/ 954786 h 999195"/>
                  <a:gd name="csX15" fmla="*/ 471781 w 1179170"/>
                  <a:gd name="csY15" fmla="*/ 895575 h 999195"/>
                  <a:gd name="csX16" fmla="*/ 499947 w 1179170"/>
                  <a:gd name="csY16" fmla="*/ 843764 h 999195"/>
                  <a:gd name="csX17" fmla="*/ 535155 w 1179170"/>
                  <a:gd name="csY17" fmla="*/ 814159 h 999195"/>
                  <a:gd name="csX18" fmla="*/ 605570 w 1179170"/>
                  <a:gd name="csY18" fmla="*/ 791955 h 999195"/>
                  <a:gd name="csX19" fmla="*/ 746400 w 1179170"/>
                  <a:gd name="csY19" fmla="*/ 806757 h 999195"/>
                  <a:gd name="csX20" fmla="*/ 802732 w 1179170"/>
                  <a:gd name="csY20" fmla="*/ 851166 h 999195"/>
                  <a:gd name="csX21" fmla="*/ 830898 w 1179170"/>
                  <a:gd name="csY21" fmla="*/ 873370 h 999195"/>
                  <a:gd name="csX22" fmla="*/ 880189 w 1179170"/>
                  <a:gd name="csY22" fmla="*/ 917779 h 999195"/>
                  <a:gd name="csX23" fmla="*/ 894272 w 1179170"/>
                  <a:gd name="csY23" fmla="*/ 939983 h 999195"/>
                  <a:gd name="csX24" fmla="*/ 950604 w 1179170"/>
                  <a:gd name="csY24" fmla="*/ 976990 h 999195"/>
                  <a:gd name="csX25" fmla="*/ 1056226 w 1179170"/>
                  <a:gd name="csY25" fmla="*/ 954786 h 999195"/>
                  <a:gd name="csX26" fmla="*/ 1084392 w 1179170"/>
                  <a:gd name="csY26" fmla="*/ 917779 h 999195"/>
                  <a:gd name="csX27" fmla="*/ 1119600 w 1179170"/>
                  <a:gd name="csY27" fmla="*/ 880771 h 999195"/>
                  <a:gd name="csX28" fmla="*/ 1161849 w 1179170"/>
                  <a:gd name="csY28" fmla="*/ 806757 h 999195"/>
                  <a:gd name="csX29" fmla="*/ 1168890 w 1179170"/>
                  <a:gd name="csY29" fmla="*/ 769750 h 999195"/>
                  <a:gd name="csX30" fmla="*/ 1168890 w 1179170"/>
                  <a:gd name="csY30" fmla="*/ 695735 h 999195"/>
                  <a:gd name="csX31" fmla="*/ 1140725 w 1179170"/>
                  <a:gd name="csY31" fmla="*/ 666130 h 999195"/>
                  <a:gd name="csX32" fmla="*/ 1077351 w 1179170"/>
                  <a:gd name="csY32" fmla="*/ 562510 h 999195"/>
                  <a:gd name="csX33" fmla="*/ 1035102 w 1179170"/>
                  <a:gd name="csY33" fmla="*/ 458889 h 999195"/>
                  <a:gd name="csX34" fmla="*/ 985811 w 1179170"/>
                  <a:gd name="csY34" fmla="*/ 392276 h 999195"/>
                  <a:gd name="csX35" fmla="*/ 880189 w 1179170"/>
                  <a:gd name="csY35" fmla="*/ 355269 h 999195"/>
                  <a:gd name="csX36" fmla="*/ 816815 w 1179170"/>
                  <a:gd name="csY36" fmla="*/ 347867 h 999195"/>
                  <a:gd name="csX37" fmla="*/ 795690 w 1179170"/>
                  <a:gd name="csY37" fmla="*/ 340466 h 999195"/>
                  <a:gd name="csX38" fmla="*/ 788649 w 1179170"/>
                  <a:gd name="csY38" fmla="*/ 236846 h 999195"/>
                  <a:gd name="csX39" fmla="*/ 802732 w 1179170"/>
                  <a:gd name="csY39" fmla="*/ 185036 h 999195"/>
                  <a:gd name="csX40" fmla="*/ 795690 w 1179170"/>
                  <a:gd name="csY40" fmla="*/ 155430 h 999195"/>
                  <a:gd name="csX41" fmla="*/ 774566 w 1179170"/>
                  <a:gd name="csY41" fmla="*/ 148029 h 999195"/>
                  <a:gd name="csX42" fmla="*/ 718234 w 1179170"/>
                  <a:gd name="csY42" fmla="*/ 103620 h 999195"/>
                  <a:gd name="csX43" fmla="*/ 633736 w 1179170"/>
                  <a:gd name="csY43" fmla="*/ 37007 h 999195"/>
                  <a:gd name="csX44" fmla="*/ 605570 w 1179170"/>
                  <a:gd name="csY44" fmla="*/ 14803 h 999195"/>
                  <a:gd name="csX45" fmla="*/ 528113 w 1179170"/>
                  <a:gd name="csY45" fmla="*/ 0 h 999195"/>
                  <a:gd name="csX46" fmla="*/ 450657 w 1179170"/>
                  <a:gd name="csY46" fmla="*/ 14803 h 999195"/>
                  <a:gd name="csX47" fmla="*/ 422491 w 1179170"/>
                  <a:gd name="csY47" fmla="*/ 22204 h 999195"/>
                  <a:gd name="csX48" fmla="*/ 408407 w 1179170"/>
                  <a:gd name="csY48" fmla="*/ 51810 h 999195"/>
                  <a:gd name="csX49" fmla="*/ 443615 w 1179170"/>
                  <a:gd name="csY49" fmla="*/ 155430 h 999195"/>
                  <a:gd name="csX50" fmla="*/ 457698 w 1179170"/>
                  <a:gd name="csY50" fmla="*/ 192437 h 999195"/>
                  <a:gd name="csX51" fmla="*/ 478822 w 1179170"/>
                  <a:gd name="csY51" fmla="*/ 207240 h 999195"/>
                  <a:gd name="csX52" fmla="*/ 485864 w 1179170"/>
                  <a:gd name="csY52" fmla="*/ 229444 h 999195"/>
                  <a:gd name="csX53" fmla="*/ 478822 w 1179170"/>
                  <a:gd name="csY53" fmla="*/ 251649 h 999195"/>
                  <a:gd name="csX54" fmla="*/ 408407 w 1179170"/>
                  <a:gd name="csY54" fmla="*/ 318262 h 999195"/>
                  <a:gd name="csX55" fmla="*/ 366158 w 1179170"/>
                  <a:gd name="csY55" fmla="*/ 347867 h 999195"/>
                  <a:gd name="csX56" fmla="*/ 352076 w 1179170"/>
                  <a:gd name="csY56" fmla="*/ 370072 h 999195"/>
                  <a:gd name="csX57" fmla="*/ 295743 w 1179170"/>
                  <a:gd name="csY57" fmla="*/ 407079 h 999195"/>
                  <a:gd name="csX58" fmla="*/ 267577 w 1179170"/>
                  <a:gd name="csY58" fmla="*/ 414481 h 999195"/>
                  <a:gd name="csX59" fmla="*/ 211245 w 1179170"/>
                  <a:gd name="csY59" fmla="*/ 429283 h 999195"/>
                  <a:gd name="csX60" fmla="*/ 105623 w 1179170"/>
                  <a:gd name="csY60" fmla="*/ 436685 h 999195"/>
                  <a:gd name="csX61" fmla="*/ 91540 w 1179170"/>
                  <a:gd name="csY61" fmla="*/ 481094 h 999195"/>
                  <a:gd name="csX62" fmla="*/ 84498 w 1179170"/>
                  <a:gd name="csY62" fmla="*/ 518101 h 999195"/>
                  <a:gd name="csX63" fmla="*/ 70415 w 1179170"/>
                  <a:gd name="csY63" fmla="*/ 599517 h 999195"/>
                  <a:gd name="csX64" fmla="*/ 42249 w 1179170"/>
                  <a:gd name="csY64" fmla="*/ 651327 h 999195"/>
                  <a:gd name="csX65" fmla="*/ 56332 w 1179170"/>
                  <a:gd name="csY65" fmla="*/ 621721 h 9991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</a:cxnLst>
                <a:rect l="l" t="t" r="r" b="b"/>
                <a:pathLst>
                  <a:path w="1179170" h="999195" fill="none" extrusionOk="0">
                    <a:moveTo>
                      <a:pt x="56332" y="621721"/>
                    </a:moveTo>
                    <a:cubicBezTo>
                      <a:pt x="54758" y="630856"/>
                      <a:pt x="27256" y="689813"/>
                      <a:pt x="14083" y="725341"/>
                    </a:cubicBezTo>
                    <a:cubicBezTo>
                      <a:pt x="11115" y="735066"/>
                      <a:pt x="10250" y="744689"/>
                      <a:pt x="7041" y="754947"/>
                    </a:cubicBezTo>
                    <a:cubicBezTo>
                      <a:pt x="6447" y="762957"/>
                      <a:pt x="2467" y="769031"/>
                      <a:pt x="0" y="777151"/>
                    </a:cubicBezTo>
                    <a:cubicBezTo>
                      <a:pt x="3285" y="812832"/>
                      <a:pt x="2196" y="839333"/>
                      <a:pt x="14083" y="865969"/>
                    </a:cubicBezTo>
                    <a:cubicBezTo>
                      <a:pt x="17722" y="876006"/>
                      <a:pt x="33362" y="907156"/>
                      <a:pt x="42249" y="917779"/>
                    </a:cubicBezTo>
                    <a:cubicBezTo>
                      <a:pt x="47740" y="923641"/>
                      <a:pt x="56236" y="927636"/>
                      <a:pt x="63374" y="932582"/>
                    </a:cubicBezTo>
                    <a:cubicBezTo>
                      <a:pt x="72152" y="939959"/>
                      <a:pt x="76477" y="949605"/>
                      <a:pt x="84498" y="954786"/>
                    </a:cubicBezTo>
                    <a:cubicBezTo>
                      <a:pt x="98332" y="962735"/>
                      <a:pt x="113880" y="965439"/>
                      <a:pt x="126747" y="969589"/>
                    </a:cubicBezTo>
                    <a:cubicBezTo>
                      <a:pt x="139369" y="970042"/>
                      <a:pt x="154362" y="979751"/>
                      <a:pt x="168996" y="984391"/>
                    </a:cubicBezTo>
                    <a:cubicBezTo>
                      <a:pt x="175829" y="986760"/>
                      <a:pt x="182060" y="989558"/>
                      <a:pt x="190120" y="991793"/>
                    </a:cubicBezTo>
                    <a:cubicBezTo>
                      <a:pt x="197598" y="990521"/>
                      <a:pt x="224575" y="995325"/>
                      <a:pt x="239411" y="999195"/>
                    </a:cubicBezTo>
                    <a:cubicBezTo>
                      <a:pt x="273574" y="991057"/>
                      <a:pt x="306065" y="994148"/>
                      <a:pt x="337992" y="991793"/>
                    </a:cubicBezTo>
                    <a:cubicBezTo>
                      <a:pt x="349222" y="991040"/>
                      <a:pt x="356393" y="989612"/>
                      <a:pt x="366158" y="984391"/>
                    </a:cubicBezTo>
                    <a:cubicBezTo>
                      <a:pt x="380682" y="977524"/>
                      <a:pt x="397099" y="965165"/>
                      <a:pt x="408407" y="954786"/>
                    </a:cubicBezTo>
                    <a:cubicBezTo>
                      <a:pt x="432139" y="938465"/>
                      <a:pt x="458947" y="919802"/>
                      <a:pt x="471781" y="895575"/>
                    </a:cubicBezTo>
                    <a:cubicBezTo>
                      <a:pt x="477184" y="884255"/>
                      <a:pt x="490562" y="854943"/>
                      <a:pt x="499947" y="843764"/>
                    </a:cubicBezTo>
                    <a:cubicBezTo>
                      <a:pt x="510223" y="832640"/>
                      <a:pt x="522314" y="822848"/>
                      <a:pt x="535155" y="814159"/>
                    </a:cubicBezTo>
                    <a:cubicBezTo>
                      <a:pt x="557121" y="799762"/>
                      <a:pt x="579159" y="800391"/>
                      <a:pt x="605570" y="791955"/>
                    </a:cubicBezTo>
                    <a:cubicBezTo>
                      <a:pt x="614377" y="792360"/>
                      <a:pt x="716587" y="800776"/>
                      <a:pt x="746400" y="806757"/>
                    </a:cubicBezTo>
                    <a:cubicBezTo>
                      <a:pt x="777759" y="813596"/>
                      <a:pt x="778213" y="828833"/>
                      <a:pt x="802732" y="851166"/>
                    </a:cubicBezTo>
                    <a:cubicBezTo>
                      <a:pt x="811910" y="860797"/>
                      <a:pt x="822597" y="867022"/>
                      <a:pt x="830898" y="873370"/>
                    </a:cubicBezTo>
                    <a:cubicBezTo>
                      <a:pt x="909114" y="930511"/>
                      <a:pt x="797330" y="858312"/>
                      <a:pt x="880189" y="917779"/>
                    </a:cubicBezTo>
                    <a:cubicBezTo>
                      <a:pt x="885513" y="926072"/>
                      <a:pt x="888332" y="933769"/>
                      <a:pt x="894272" y="939983"/>
                    </a:cubicBezTo>
                    <a:cubicBezTo>
                      <a:pt x="911562" y="954523"/>
                      <a:pt x="950604" y="976990"/>
                      <a:pt x="950604" y="976990"/>
                    </a:cubicBezTo>
                    <a:cubicBezTo>
                      <a:pt x="977168" y="976613"/>
                      <a:pt x="1031478" y="975010"/>
                      <a:pt x="1056226" y="954786"/>
                    </a:cubicBezTo>
                    <a:cubicBezTo>
                      <a:pt x="1069083" y="947404"/>
                      <a:pt x="1077148" y="929947"/>
                      <a:pt x="1084392" y="917779"/>
                    </a:cubicBezTo>
                    <a:cubicBezTo>
                      <a:pt x="1097666" y="906168"/>
                      <a:pt x="1111373" y="893672"/>
                      <a:pt x="1119600" y="880771"/>
                    </a:cubicBezTo>
                    <a:cubicBezTo>
                      <a:pt x="1135786" y="857569"/>
                      <a:pt x="1161849" y="806756"/>
                      <a:pt x="1161849" y="806757"/>
                    </a:cubicBezTo>
                    <a:cubicBezTo>
                      <a:pt x="1165314" y="793799"/>
                      <a:pt x="1166079" y="783252"/>
                      <a:pt x="1168890" y="769750"/>
                    </a:cubicBezTo>
                    <a:cubicBezTo>
                      <a:pt x="1178296" y="737951"/>
                      <a:pt x="1188369" y="738054"/>
                      <a:pt x="1168890" y="695735"/>
                    </a:cubicBezTo>
                    <a:cubicBezTo>
                      <a:pt x="1163189" y="682288"/>
                      <a:pt x="1147312" y="675615"/>
                      <a:pt x="1140725" y="666130"/>
                    </a:cubicBezTo>
                    <a:cubicBezTo>
                      <a:pt x="1119007" y="632853"/>
                      <a:pt x="1096057" y="595533"/>
                      <a:pt x="1077351" y="562510"/>
                    </a:cubicBezTo>
                    <a:cubicBezTo>
                      <a:pt x="1057802" y="509434"/>
                      <a:pt x="1059094" y="505248"/>
                      <a:pt x="1035102" y="458889"/>
                    </a:cubicBezTo>
                    <a:cubicBezTo>
                      <a:pt x="1023394" y="435271"/>
                      <a:pt x="1008004" y="406522"/>
                      <a:pt x="985811" y="392276"/>
                    </a:cubicBezTo>
                    <a:cubicBezTo>
                      <a:pt x="951030" y="375736"/>
                      <a:pt x="916439" y="364510"/>
                      <a:pt x="880189" y="355269"/>
                    </a:cubicBezTo>
                    <a:cubicBezTo>
                      <a:pt x="858561" y="352021"/>
                      <a:pt x="838010" y="348663"/>
                      <a:pt x="816815" y="347867"/>
                    </a:cubicBezTo>
                    <a:cubicBezTo>
                      <a:pt x="809637" y="345513"/>
                      <a:pt x="799862" y="346889"/>
                      <a:pt x="795690" y="340466"/>
                    </a:cubicBezTo>
                    <a:cubicBezTo>
                      <a:pt x="774764" y="311694"/>
                      <a:pt x="784138" y="272661"/>
                      <a:pt x="788649" y="236846"/>
                    </a:cubicBezTo>
                    <a:cubicBezTo>
                      <a:pt x="793471" y="216235"/>
                      <a:pt x="798493" y="202452"/>
                      <a:pt x="802732" y="185036"/>
                    </a:cubicBezTo>
                    <a:cubicBezTo>
                      <a:pt x="800302" y="175574"/>
                      <a:pt x="802640" y="163560"/>
                      <a:pt x="795690" y="155430"/>
                    </a:cubicBezTo>
                    <a:cubicBezTo>
                      <a:pt x="790929" y="149342"/>
                      <a:pt x="780746" y="152163"/>
                      <a:pt x="774566" y="148029"/>
                    </a:cubicBezTo>
                    <a:cubicBezTo>
                      <a:pt x="757639" y="133640"/>
                      <a:pt x="736944" y="115384"/>
                      <a:pt x="718234" y="103620"/>
                    </a:cubicBezTo>
                    <a:cubicBezTo>
                      <a:pt x="680773" y="74542"/>
                      <a:pt x="637895" y="51205"/>
                      <a:pt x="633736" y="37007"/>
                    </a:cubicBezTo>
                    <a:cubicBezTo>
                      <a:pt x="624017" y="31107"/>
                      <a:pt x="615425" y="19372"/>
                      <a:pt x="605570" y="14803"/>
                    </a:cubicBezTo>
                    <a:cubicBezTo>
                      <a:pt x="565879" y="-371"/>
                      <a:pt x="595313" y="4809"/>
                      <a:pt x="528113" y="0"/>
                    </a:cubicBezTo>
                    <a:cubicBezTo>
                      <a:pt x="496974" y="4910"/>
                      <a:pt x="482531" y="7515"/>
                      <a:pt x="450657" y="14803"/>
                    </a:cubicBezTo>
                    <a:cubicBezTo>
                      <a:pt x="442158" y="15837"/>
                      <a:pt x="432147" y="18847"/>
                      <a:pt x="422491" y="22204"/>
                    </a:cubicBezTo>
                    <a:cubicBezTo>
                      <a:pt x="418898" y="30829"/>
                      <a:pt x="407738" y="40231"/>
                      <a:pt x="408407" y="51810"/>
                    </a:cubicBezTo>
                    <a:cubicBezTo>
                      <a:pt x="399169" y="87831"/>
                      <a:pt x="436815" y="117958"/>
                      <a:pt x="443615" y="155430"/>
                    </a:cubicBezTo>
                    <a:cubicBezTo>
                      <a:pt x="450233" y="168287"/>
                      <a:pt x="450529" y="183263"/>
                      <a:pt x="457698" y="192437"/>
                    </a:cubicBezTo>
                    <a:cubicBezTo>
                      <a:pt x="462754" y="201106"/>
                      <a:pt x="472723" y="201343"/>
                      <a:pt x="478822" y="207240"/>
                    </a:cubicBezTo>
                    <a:cubicBezTo>
                      <a:pt x="480855" y="214862"/>
                      <a:pt x="484821" y="221544"/>
                      <a:pt x="485864" y="229444"/>
                    </a:cubicBezTo>
                    <a:cubicBezTo>
                      <a:pt x="486497" y="237933"/>
                      <a:pt x="483940" y="245441"/>
                      <a:pt x="478822" y="251649"/>
                    </a:cubicBezTo>
                    <a:cubicBezTo>
                      <a:pt x="459304" y="277522"/>
                      <a:pt x="430776" y="303110"/>
                      <a:pt x="408407" y="318262"/>
                    </a:cubicBezTo>
                    <a:cubicBezTo>
                      <a:pt x="394542" y="328464"/>
                      <a:pt x="366158" y="347868"/>
                      <a:pt x="366158" y="347867"/>
                    </a:cubicBezTo>
                    <a:cubicBezTo>
                      <a:pt x="361306" y="355401"/>
                      <a:pt x="359670" y="364059"/>
                      <a:pt x="352076" y="370072"/>
                    </a:cubicBezTo>
                    <a:cubicBezTo>
                      <a:pt x="331604" y="383620"/>
                      <a:pt x="316038" y="399370"/>
                      <a:pt x="295743" y="407079"/>
                    </a:cubicBezTo>
                    <a:cubicBezTo>
                      <a:pt x="286283" y="407902"/>
                      <a:pt x="277926" y="412203"/>
                      <a:pt x="267577" y="414481"/>
                    </a:cubicBezTo>
                    <a:cubicBezTo>
                      <a:pt x="240597" y="423178"/>
                      <a:pt x="244616" y="426662"/>
                      <a:pt x="211245" y="429283"/>
                    </a:cubicBezTo>
                    <a:cubicBezTo>
                      <a:pt x="174552" y="438683"/>
                      <a:pt x="143541" y="429802"/>
                      <a:pt x="105623" y="436685"/>
                    </a:cubicBezTo>
                    <a:cubicBezTo>
                      <a:pt x="99797" y="449281"/>
                      <a:pt x="95490" y="465452"/>
                      <a:pt x="91540" y="481094"/>
                    </a:cubicBezTo>
                    <a:cubicBezTo>
                      <a:pt x="89622" y="492670"/>
                      <a:pt x="87505" y="507565"/>
                      <a:pt x="84498" y="518101"/>
                    </a:cubicBezTo>
                    <a:cubicBezTo>
                      <a:pt x="76921" y="562657"/>
                      <a:pt x="79157" y="558468"/>
                      <a:pt x="70415" y="599517"/>
                    </a:cubicBezTo>
                    <a:cubicBezTo>
                      <a:pt x="63483" y="629322"/>
                      <a:pt x="67112" y="631832"/>
                      <a:pt x="42249" y="651327"/>
                    </a:cubicBezTo>
                    <a:cubicBezTo>
                      <a:pt x="41639" y="653278"/>
                      <a:pt x="62051" y="609633"/>
                      <a:pt x="56332" y="621721"/>
                    </a:cubicBezTo>
                    <a:close/>
                  </a:path>
                  <a:path w="1179170" h="999195" stroke="0" extrusionOk="0">
                    <a:moveTo>
                      <a:pt x="56332" y="621721"/>
                    </a:moveTo>
                    <a:cubicBezTo>
                      <a:pt x="47223" y="631333"/>
                      <a:pt x="21363" y="692449"/>
                      <a:pt x="14083" y="725341"/>
                    </a:cubicBezTo>
                    <a:cubicBezTo>
                      <a:pt x="10723" y="734853"/>
                      <a:pt x="8866" y="745193"/>
                      <a:pt x="7041" y="754947"/>
                    </a:cubicBezTo>
                    <a:cubicBezTo>
                      <a:pt x="4036" y="763392"/>
                      <a:pt x="2221" y="770441"/>
                      <a:pt x="0" y="777151"/>
                    </a:cubicBezTo>
                    <a:cubicBezTo>
                      <a:pt x="973" y="812622"/>
                      <a:pt x="2817" y="836125"/>
                      <a:pt x="14083" y="865969"/>
                    </a:cubicBezTo>
                    <a:cubicBezTo>
                      <a:pt x="19346" y="876259"/>
                      <a:pt x="33704" y="907886"/>
                      <a:pt x="42249" y="917779"/>
                    </a:cubicBezTo>
                    <a:cubicBezTo>
                      <a:pt x="46924" y="923868"/>
                      <a:pt x="55669" y="928019"/>
                      <a:pt x="63374" y="932582"/>
                    </a:cubicBezTo>
                    <a:cubicBezTo>
                      <a:pt x="70942" y="938509"/>
                      <a:pt x="75343" y="950329"/>
                      <a:pt x="84498" y="954786"/>
                    </a:cubicBezTo>
                    <a:cubicBezTo>
                      <a:pt x="97843" y="962569"/>
                      <a:pt x="113924" y="964957"/>
                      <a:pt x="126747" y="969589"/>
                    </a:cubicBezTo>
                    <a:cubicBezTo>
                      <a:pt x="139076" y="972505"/>
                      <a:pt x="162365" y="979901"/>
                      <a:pt x="168996" y="984391"/>
                    </a:cubicBezTo>
                    <a:cubicBezTo>
                      <a:pt x="176403" y="987401"/>
                      <a:pt x="182832" y="991298"/>
                      <a:pt x="190120" y="991793"/>
                    </a:cubicBezTo>
                    <a:cubicBezTo>
                      <a:pt x="211671" y="997802"/>
                      <a:pt x="227967" y="998697"/>
                      <a:pt x="239411" y="999195"/>
                    </a:cubicBezTo>
                    <a:cubicBezTo>
                      <a:pt x="274971" y="994365"/>
                      <a:pt x="305539" y="994256"/>
                      <a:pt x="337992" y="991793"/>
                    </a:cubicBezTo>
                    <a:cubicBezTo>
                      <a:pt x="346766" y="990808"/>
                      <a:pt x="356517" y="988260"/>
                      <a:pt x="366158" y="984391"/>
                    </a:cubicBezTo>
                    <a:cubicBezTo>
                      <a:pt x="378483" y="976235"/>
                      <a:pt x="393096" y="962151"/>
                      <a:pt x="408407" y="954786"/>
                    </a:cubicBezTo>
                    <a:cubicBezTo>
                      <a:pt x="431073" y="934561"/>
                      <a:pt x="455968" y="923119"/>
                      <a:pt x="471781" y="895575"/>
                    </a:cubicBezTo>
                    <a:cubicBezTo>
                      <a:pt x="476197" y="885942"/>
                      <a:pt x="490972" y="854951"/>
                      <a:pt x="499947" y="843764"/>
                    </a:cubicBezTo>
                    <a:cubicBezTo>
                      <a:pt x="510542" y="833363"/>
                      <a:pt x="524306" y="821076"/>
                      <a:pt x="535155" y="814159"/>
                    </a:cubicBezTo>
                    <a:cubicBezTo>
                      <a:pt x="557844" y="800302"/>
                      <a:pt x="577482" y="797481"/>
                      <a:pt x="605570" y="791955"/>
                    </a:cubicBezTo>
                    <a:cubicBezTo>
                      <a:pt x="617599" y="795340"/>
                      <a:pt x="715085" y="801453"/>
                      <a:pt x="746400" y="806757"/>
                    </a:cubicBezTo>
                    <a:cubicBezTo>
                      <a:pt x="777307" y="814799"/>
                      <a:pt x="778579" y="829203"/>
                      <a:pt x="802732" y="851166"/>
                    </a:cubicBezTo>
                    <a:cubicBezTo>
                      <a:pt x="812972" y="860501"/>
                      <a:pt x="821878" y="865671"/>
                      <a:pt x="830898" y="873370"/>
                    </a:cubicBezTo>
                    <a:cubicBezTo>
                      <a:pt x="893308" y="947756"/>
                      <a:pt x="787583" y="839260"/>
                      <a:pt x="880189" y="917779"/>
                    </a:cubicBezTo>
                    <a:cubicBezTo>
                      <a:pt x="886487" y="925683"/>
                      <a:pt x="887656" y="934281"/>
                      <a:pt x="894272" y="939983"/>
                    </a:cubicBezTo>
                    <a:cubicBezTo>
                      <a:pt x="911563" y="954523"/>
                      <a:pt x="950603" y="976990"/>
                      <a:pt x="950604" y="976990"/>
                    </a:cubicBezTo>
                    <a:cubicBezTo>
                      <a:pt x="972489" y="979822"/>
                      <a:pt x="1029434" y="970685"/>
                      <a:pt x="1056226" y="954786"/>
                    </a:cubicBezTo>
                    <a:cubicBezTo>
                      <a:pt x="1069532" y="944003"/>
                      <a:pt x="1075630" y="927277"/>
                      <a:pt x="1084392" y="917779"/>
                    </a:cubicBezTo>
                    <a:cubicBezTo>
                      <a:pt x="1092670" y="903729"/>
                      <a:pt x="1110325" y="894309"/>
                      <a:pt x="1119600" y="880771"/>
                    </a:cubicBezTo>
                    <a:cubicBezTo>
                      <a:pt x="1135785" y="857569"/>
                      <a:pt x="1161849" y="806757"/>
                      <a:pt x="1161849" y="806757"/>
                    </a:cubicBezTo>
                    <a:cubicBezTo>
                      <a:pt x="1165201" y="794222"/>
                      <a:pt x="1165536" y="783647"/>
                      <a:pt x="1168890" y="769750"/>
                    </a:cubicBezTo>
                    <a:cubicBezTo>
                      <a:pt x="1177401" y="738478"/>
                      <a:pt x="1187036" y="737084"/>
                      <a:pt x="1168890" y="695735"/>
                    </a:cubicBezTo>
                    <a:cubicBezTo>
                      <a:pt x="1165383" y="683093"/>
                      <a:pt x="1148727" y="677681"/>
                      <a:pt x="1140725" y="666130"/>
                    </a:cubicBezTo>
                    <a:cubicBezTo>
                      <a:pt x="1122169" y="636976"/>
                      <a:pt x="1092906" y="605449"/>
                      <a:pt x="1077351" y="562510"/>
                    </a:cubicBezTo>
                    <a:cubicBezTo>
                      <a:pt x="1058440" y="509367"/>
                      <a:pt x="1059103" y="505182"/>
                      <a:pt x="1035102" y="458889"/>
                    </a:cubicBezTo>
                    <a:cubicBezTo>
                      <a:pt x="1021200" y="440529"/>
                      <a:pt x="1008600" y="405445"/>
                      <a:pt x="985811" y="392276"/>
                    </a:cubicBezTo>
                    <a:cubicBezTo>
                      <a:pt x="954133" y="372681"/>
                      <a:pt x="916105" y="359613"/>
                      <a:pt x="880189" y="355269"/>
                    </a:cubicBezTo>
                    <a:cubicBezTo>
                      <a:pt x="858218" y="352542"/>
                      <a:pt x="838155" y="353568"/>
                      <a:pt x="816815" y="347867"/>
                    </a:cubicBezTo>
                    <a:cubicBezTo>
                      <a:pt x="809552" y="345146"/>
                      <a:pt x="800347" y="346445"/>
                      <a:pt x="795690" y="340466"/>
                    </a:cubicBezTo>
                    <a:cubicBezTo>
                      <a:pt x="777304" y="312408"/>
                      <a:pt x="788931" y="274158"/>
                      <a:pt x="788649" y="236846"/>
                    </a:cubicBezTo>
                    <a:cubicBezTo>
                      <a:pt x="789931" y="218864"/>
                      <a:pt x="797092" y="200641"/>
                      <a:pt x="802732" y="185036"/>
                    </a:cubicBezTo>
                    <a:cubicBezTo>
                      <a:pt x="800496" y="174045"/>
                      <a:pt x="802062" y="162410"/>
                      <a:pt x="795690" y="155430"/>
                    </a:cubicBezTo>
                    <a:cubicBezTo>
                      <a:pt x="790133" y="149410"/>
                      <a:pt x="781258" y="151548"/>
                      <a:pt x="774566" y="148029"/>
                    </a:cubicBezTo>
                    <a:cubicBezTo>
                      <a:pt x="755981" y="133827"/>
                      <a:pt x="739524" y="118228"/>
                      <a:pt x="718234" y="103620"/>
                    </a:cubicBezTo>
                    <a:cubicBezTo>
                      <a:pt x="695803" y="88153"/>
                      <a:pt x="651172" y="45513"/>
                      <a:pt x="633736" y="37007"/>
                    </a:cubicBezTo>
                    <a:cubicBezTo>
                      <a:pt x="624208" y="30296"/>
                      <a:pt x="615370" y="17273"/>
                      <a:pt x="605570" y="14803"/>
                    </a:cubicBezTo>
                    <a:cubicBezTo>
                      <a:pt x="567175" y="1661"/>
                      <a:pt x="588405" y="9321"/>
                      <a:pt x="528113" y="0"/>
                    </a:cubicBezTo>
                    <a:cubicBezTo>
                      <a:pt x="496434" y="5744"/>
                      <a:pt x="480133" y="5503"/>
                      <a:pt x="450657" y="14803"/>
                    </a:cubicBezTo>
                    <a:cubicBezTo>
                      <a:pt x="440619" y="17229"/>
                      <a:pt x="431775" y="21308"/>
                      <a:pt x="422491" y="22204"/>
                    </a:cubicBezTo>
                    <a:cubicBezTo>
                      <a:pt x="416519" y="30954"/>
                      <a:pt x="409822" y="40865"/>
                      <a:pt x="408407" y="51810"/>
                    </a:cubicBezTo>
                    <a:cubicBezTo>
                      <a:pt x="402834" y="92408"/>
                      <a:pt x="429241" y="120584"/>
                      <a:pt x="443615" y="155430"/>
                    </a:cubicBezTo>
                    <a:cubicBezTo>
                      <a:pt x="446910" y="166135"/>
                      <a:pt x="450409" y="180906"/>
                      <a:pt x="457698" y="192437"/>
                    </a:cubicBezTo>
                    <a:cubicBezTo>
                      <a:pt x="462125" y="200390"/>
                      <a:pt x="471260" y="203607"/>
                      <a:pt x="478822" y="207240"/>
                    </a:cubicBezTo>
                    <a:cubicBezTo>
                      <a:pt x="479739" y="214986"/>
                      <a:pt x="486199" y="222561"/>
                      <a:pt x="485864" y="229444"/>
                    </a:cubicBezTo>
                    <a:cubicBezTo>
                      <a:pt x="485539" y="237190"/>
                      <a:pt x="483365" y="245105"/>
                      <a:pt x="478822" y="251649"/>
                    </a:cubicBezTo>
                    <a:cubicBezTo>
                      <a:pt x="459669" y="277337"/>
                      <a:pt x="437004" y="296372"/>
                      <a:pt x="408407" y="318262"/>
                    </a:cubicBezTo>
                    <a:cubicBezTo>
                      <a:pt x="394541" y="328464"/>
                      <a:pt x="366159" y="347867"/>
                      <a:pt x="366158" y="347867"/>
                    </a:cubicBezTo>
                    <a:cubicBezTo>
                      <a:pt x="361514" y="355553"/>
                      <a:pt x="359285" y="363952"/>
                      <a:pt x="352076" y="370072"/>
                    </a:cubicBezTo>
                    <a:cubicBezTo>
                      <a:pt x="337778" y="384796"/>
                      <a:pt x="317195" y="401057"/>
                      <a:pt x="295743" y="407079"/>
                    </a:cubicBezTo>
                    <a:cubicBezTo>
                      <a:pt x="284748" y="409722"/>
                      <a:pt x="277812" y="412820"/>
                      <a:pt x="267577" y="414481"/>
                    </a:cubicBezTo>
                    <a:cubicBezTo>
                      <a:pt x="240911" y="422598"/>
                      <a:pt x="244456" y="425748"/>
                      <a:pt x="211245" y="429283"/>
                    </a:cubicBezTo>
                    <a:cubicBezTo>
                      <a:pt x="177340" y="430083"/>
                      <a:pt x="142470" y="434942"/>
                      <a:pt x="105623" y="436685"/>
                    </a:cubicBezTo>
                    <a:cubicBezTo>
                      <a:pt x="101955" y="449876"/>
                      <a:pt x="94830" y="465667"/>
                      <a:pt x="91540" y="481094"/>
                    </a:cubicBezTo>
                    <a:cubicBezTo>
                      <a:pt x="91289" y="493804"/>
                      <a:pt x="86759" y="507255"/>
                      <a:pt x="84498" y="518101"/>
                    </a:cubicBezTo>
                    <a:cubicBezTo>
                      <a:pt x="76317" y="562068"/>
                      <a:pt x="79712" y="558356"/>
                      <a:pt x="70415" y="599517"/>
                    </a:cubicBezTo>
                    <a:cubicBezTo>
                      <a:pt x="64025" y="629395"/>
                      <a:pt x="67426" y="631503"/>
                      <a:pt x="42249" y="651327"/>
                    </a:cubicBezTo>
                    <a:cubicBezTo>
                      <a:pt x="40623" y="653314"/>
                      <a:pt x="62014" y="609364"/>
                      <a:pt x="56332" y="621721"/>
                    </a:cubicBezTo>
                    <a:close/>
                  </a:path>
                </a:pathLst>
              </a:custGeom>
              <a:solidFill>
                <a:srgbClr val="156082">
                  <a:alpha val="65098"/>
                </a:srgbClr>
              </a:solidFill>
              <a:ln w="15875"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75415 w 1578611"/>
                          <a:gd name="csY0" fmla="*/ 791852 h 1272619"/>
                          <a:gd name="csX1" fmla="*/ 18854 w 1578611"/>
                          <a:gd name="csY1" fmla="*/ 923827 h 1272619"/>
                          <a:gd name="csX2" fmla="*/ 9427 w 1578611"/>
                          <a:gd name="csY2" fmla="*/ 961535 h 1272619"/>
                          <a:gd name="csX3" fmla="*/ 0 w 1578611"/>
                          <a:gd name="csY3" fmla="*/ 989815 h 1272619"/>
                          <a:gd name="csX4" fmla="*/ 18854 w 1578611"/>
                          <a:gd name="csY4" fmla="*/ 1102937 h 1272619"/>
                          <a:gd name="csX5" fmla="*/ 56561 w 1578611"/>
                          <a:gd name="csY5" fmla="*/ 1168924 h 1272619"/>
                          <a:gd name="csX6" fmla="*/ 84842 w 1578611"/>
                          <a:gd name="csY6" fmla="*/ 1187778 h 1272619"/>
                          <a:gd name="csX7" fmla="*/ 113122 w 1578611"/>
                          <a:gd name="csY7" fmla="*/ 1216058 h 1272619"/>
                          <a:gd name="csX8" fmla="*/ 169683 w 1578611"/>
                          <a:gd name="csY8" fmla="*/ 1234912 h 1272619"/>
                          <a:gd name="csX9" fmla="*/ 226244 w 1578611"/>
                          <a:gd name="csY9" fmla="*/ 1253765 h 1272619"/>
                          <a:gd name="csX10" fmla="*/ 254524 w 1578611"/>
                          <a:gd name="csY10" fmla="*/ 1263192 h 1272619"/>
                          <a:gd name="csX11" fmla="*/ 320512 w 1578611"/>
                          <a:gd name="csY11" fmla="*/ 1272619 h 1272619"/>
                          <a:gd name="csX12" fmla="*/ 452487 w 1578611"/>
                          <a:gd name="csY12" fmla="*/ 1263192 h 1272619"/>
                          <a:gd name="csX13" fmla="*/ 490194 w 1578611"/>
                          <a:gd name="csY13" fmla="*/ 1253765 h 1272619"/>
                          <a:gd name="csX14" fmla="*/ 546755 w 1578611"/>
                          <a:gd name="csY14" fmla="*/ 1216058 h 1272619"/>
                          <a:gd name="csX15" fmla="*/ 631596 w 1578611"/>
                          <a:gd name="csY15" fmla="*/ 1140644 h 1272619"/>
                          <a:gd name="csX16" fmla="*/ 669304 w 1578611"/>
                          <a:gd name="csY16" fmla="*/ 1074656 h 1272619"/>
                          <a:gd name="csX17" fmla="*/ 716438 w 1578611"/>
                          <a:gd name="csY17" fmla="*/ 1036949 h 1272619"/>
                          <a:gd name="csX18" fmla="*/ 810706 w 1578611"/>
                          <a:gd name="csY18" fmla="*/ 1008669 h 1272619"/>
                          <a:gd name="csX19" fmla="*/ 999242 w 1578611"/>
                          <a:gd name="csY19" fmla="*/ 1027522 h 1272619"/>
                          <a:gd name="csX20" fmla="*/ 1074656 w 1578611"/>
                          <a:gd name="csY20" fmla="*/ 1084083 h 1272619"/>
                          <a:gd name="csX21" fmla="*/ 1112363 w 1578611"/>
                          <a:gd name="csY21" fmla="*/ 1112363 h 1272619"/>
                          <a:gd name="csX22" fmla="*/ 1178351 w 1578611"/>
                          <a:gd name="csY22" fmla="*/ 1168924 h 1272619"/>
                          <a:gd name="csX23" fmla="*/ 1197205 w 1578611"/>
                          <a:gd name="csY23" fmla="*/ 1197205 h 1272619"/>
                          <a:gd name="csX24" fmla="*/ 1272619 w 1578611"/>
                          <a:gd name="csY24" fmla="*/ 1244339 h 1272619"/>
                          <a:gd name="csX25" fmla="*/ 1414021 w 1578611"/>
                          <a:gd name="csY25" fmla="*/ 1216058 h 1272619"/>
                          <a:gd name="csX26" fmla="*/ 1451728 w 1578611"/>
                          <a:gd name="csY26" fmla="*/ 1168924 h 1272619"/>
                          <a:gd name="csX27" fmla="*/ 1498862 w 1578611"/>
                          <a:gd name="csY27" fmla="*/ 1121790 h 1272619"/>
                          <a:gd name="csX28" fmla="*/ 1555423 w 1578611"/>
                          <a:gd name="csY28" fmla="*/ 1027522 h 1272619"/>
                          <a:gd name="csX29" fmla="*/ 1564850 w 1578611"/>
                          <a:gd name="csY29" fmla="*/ 980388 h 1272619"/>
                          <a:gd name="csX30" fmla="*/ 1564850 w 1578611"/>
                          <a:gd name="csY30" fmla="*/ 886120 h 1272619"/>
                          <a:gd name="csX31" fmla="*/ 1527143 w 1578611"/>
                          <a:gd name="csY31" fmla="*/ 848413 h 1272619"/>
                          <a:gd name="csX32" fmla="*/ 1442302 w 1578611"/>
                          <a:gd name="csY32" fmla="*/ 716438 h 1272619"/>
                          <a:gd name="csX33" fmla="*/ 1385741 w 1578611"/>
                          <a:gd name="csY33" fmla="*/ 584462 h 1272619"/>
                          <a:gd name="csX34" fmla="*/ 1319753 w 1578611"/>
                          <a:gd name="csY34" fmla="*/ 499621 h 1272619"/>
                          <a:gd name="csX35" fmla="*/ 1178351 w 1578611"/>
                          <a:gd name="csY35" fmla="*/ 452487 h 1272619"/>
                          <a:gd name="csX36" fmla="*/ 1093510 w 1578611"/>
                          <a:gd name="csY36" fmla="*/ 443060 h 1272619"/>
                          <a:gd name="csX37" fmla="*/ 1065229 w 1578611"/>
                          <a:gd name="csY37" fmla="*/ 433633 h 1272619"/>
                          <a:gd name="csX38" fmla="*/ 1055803 w 1578611"/>
                          <a:gd name="csY38" fmla="*/ 301658 h 1272619"/>
                          <a:gd name="csX39" fmla="*/ 1074656 w 1578611"/>
                          <a:gd name="csY39" fmla="*/ 235671 h 1272619"/>
                          <a:gd name="csX40" fmla="*/ 1065229 w 1578611"/>
                          <a:gd name="csY40" fmla="*/ 197963 h 1272619"/>
                          <a:gd name="csX41" fmla="*/ 1036949 w 1578611"/>
                          <a:gd name="csY41" fmla="*/ 188537 h 1272619"/>
                          <a:gd name="csX42" fmla="*/ 961535 w 1578611"/>
                          <a:gd name="csY42" fmla="*/ 131976 h 1272619"/>
                          <a:gd name="csX43" fmla="*/ 848413 w 1578611"/>
                          <a:gd name="csY43" fmla="*/ 47135 h 1272619"/>
                          <a:gd name="csX44" fmla="*/ 810706 w 1578611"/>
                          <a:gd name="csY44" fmla="*/ 18854 h 1272619"/>
                          <a:gd name="csX45" fmla="*/ 707011 w 1578611"/>
                          <a:gd name="csY45" fmla="*/ 0 h 1272619"/>
                          <a:gd name="csX46" fmla="*/ 603316 w 1578611"/>
                          <a:gd name="csY46" fmla="*/ 18854 h 1272619"/>
                          <a:gd name="csX47" fmla="*/ 565609 w 1578611"/>
                          <a:gd name="csY47" fmla="*/ 28281 h 1272619"/>
                          <a:gd name="csX48" fmla="*/ 546755 w 1578611"/>
                          <a:gd name="csY48" fmla="*/ 65988 h 1272619"/>
                          <a:gd name="csX49" fmla="*/ 593889 w 1578611"/>
                          <a:gd name="csY49" fmla="*/ 197963 h 1272619"/>
                          <a:gd name="csX50" fmla="*/ 612743 w 1578611"/>
                          <a:gd name="csY50" fmla="*/ 245097 h 1272619"/>
                          <a:gd name="csX51" fmla="*/ 641023 w 1578611"/>
                          <a:gd name="csY51" fmla="*/ 263951 h 1272619"/>
                          <a:gd name="csX52" fmla="*/ 650450 w 1578611"/>
                          <a:gd name="csY52" fmla="*/ 292231 h 1272619"/>
                          <a:gd name="csX53" fmla="*/ 641023 w 1578611"/>
                          <a:gd name="csY53" fmla="*/ 320512 h 1272619"/>
                          <a:gd name="csX54" fmla="*/ 546755 w 1578611"/>
                          <a:gd name="csY54" fmla="*/ 405353 h 1272619"/>
                          <a:gd name="csX55" fmla="*/ 490194 w 1578611"/>
                          <a:gd name="csY55" fmla="*/ 443060 h 1272619"/>
                          <a:gd name="csX56" fmla="*/ 471341 w 1578611"/>
                          <a:gd name="csY56" fmla="*/ 471341 h 1272619"/>
                          <a:gd name="csX57" fmla="*/ 395926 w 1578611"/>
                          <a:gd name="csY57" fmla="*/ 518475 h 1272619"/>
                          <a:gd name="csX58" fmla="*/ 358219 w 1578611"/>
                          <a:gd name="csY58" fmla="*/ 527902 h 1272619"/>
                          <a:gd name="csX59" fmla="*/ 282805 w 1578611"/>
                          <a:gd name="csY59" fmla="*/ 546755 h 1272619"/>
                          <a:gd name="csX60" fmla="*/ 141403 w 1578611"/>
                          <a:gd name="csY60" fmla="*/ 556182 h 1272619"/>
                          <a:gd name="csX61" fmla="*/ 122549 w 1578611"/>
                          <a:gd name="csY61" fmla="*/ 612743 h 1272619"/>
                          <a:gd name="csX62" fmla="*/ 113122 w 1578611"/>
                          <a:gd name="csY62" fmla="*/ 659877 h 1272619"/>
                          <a:gd name="csX63" fmla="*/ 94269 w 1578611"/>
                          <a:gd name="csY63" fmla="*/ 763572 h 1272619"/>
                          <a:gd name="csX64" fmla="*/ 56561 w 1578611"/>
                          <a:gd name="csY64" fmla="*/ 829559 h 1272619"/>
                          <a:gd name="csX65" fmla="*/ 75415 w 1578611"/>
                          <a:gd name="csY65" fmla="*/ 791852 h 127261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  <a:cxn ang="0">
                            <a:pos x="csX37" y="csY37"/>
                          </a:cxn>
                          <a:cxn ang="0">
                            <a:pos x="csX38" y="csY38"/>
                          </a:cxn>
                          <a:cxn ang="0">
                            <a:pos x="csX39" y="csY39"/>
                          </a:cxn>
                          <a:cxn ang="0">
                            <a:pos x="csX40" y="csY40"/>
                          </a:cxn>
                          <a:cxn ang="0">
                            <a:pos x="csX41" y="csY41"/>
                          </a:cxn>
                          <a:cxn ang="0">
                            <a:pos x="csX42" y="csY42"/>
                          </a:cxn>
                          <a:cxn ang="0">
                            <a:pos x="csX43" y="csY43"/>
                          </a:cxn>
                          <a:cxn ang="0">
                            <a:pos x="csX44" y="csY44"/>
                          </a:cxn>
                          <a:cxn ang="0">
                            <a:pos x="csX45" y="csY45"/>
                          </a:cxn>
                          <a:cxn ang="0">
                            <a:pos x="csX46" y="csY46"/>
                          </a:cxn>
                          <a:cxn ang="0">
                            <a:pos x="csX47" y="csY47"/>
                          </a:cxn>
                          <a:cxn ang="0">
                            <a:pos x="csX48" y="csY48"/>
                          </a:cxn>
                          <a:cxn ang="0">
                            <a:pos x="csX49" y="csY49"/>
                          </a:cxn>
                          <a:cxn ang="0">
                            <a:pos x="csX50" y="csY50"/>
                          </a:cxn>
                          <a:cxn ang="0">
                            <a:pos x="csX51" y="csY51"/>
                          </a:cxn>
                          <a:cxn ang="0">
                            <a:pos x="csX52" y="csY52"/>
                          </a:cxn>
                          <a:cxn ang="0">
                            <a:pos x="csX53" y="csY53"/>
                          </a:cxn>
                          <a:cxn ang="0">
                            <a:pos x="csX54" y="csY54"/>
                          </a:cxn>
                          <a:cxn ang="0">
                            <a:pos x="csX55" y="csY55"/>
                          </a:cxn>
                          <a:cxn ang="0">
                            <a:pos x="csX56" y="csY56"/>
                          </a:cxn>
                          <a:cxn ang="0">
                            <a:pos x="csX57" y="csY57"/>
                          </a:cxn>
                          <a:cxn ang="0">
                            <a:pos x="csX58" y="csY58"/>
                          </a:cxn>
                          <a:cxn ang="0">
                            <a:pos x="csX59" y="csY59"/>
                          </a:cxn>
                          <a:cxn ang="0">
                            <a:pos x="csX60" y="csY60"/>
                          </a:cxn>
                          <a:cxn ang="0">
                            <a:pos x="csX61" y="csY61"/>
                          </a:cxn>
                          <a:cxn ang="0">
                            <a:pos x="csX62" y="csY62"/>
                          </a:cxn>
                          <a:cxn ang="0">
                            <a:pos x="csX63" y="csY63"/>
                          </a:cxn>
                          <a:cxn ang="0">
                            <a:pos x="csX64" y="csY64"/>
                          </a:cxn>
                          <a:cxn ang="0">
                            <a:pos x="csX65" y="csY65"/>
                          </a:cxn>
                        </a:cxnLst>
                        <a:rect l="l" t="t" r="r" b="b"/>
                        <a:pathLst>
                          <a:path w="1578611" h="1272619">
                            <a:moveTo>
                              <a:pt x="75415" y="791852"/>
                            </a:moveTo>
                            <a:cubicBezTo>
                              <a:pt x="69130" y="807563"/>
                              <a:pt x="36201" y="879220"/>
                              <a:pt x="18854" y="923827"/>
                            </a:cubicBezTo>
                            <a:cubicBezTo>
                              <a:pt x="14158" y="935902"/>
                              <a:pt x="12986" y="949077"/>
                              <a:pt x="9427" y="961535"/>
                            </a:cubicBezTo>
                            <a:cubicBezTo>
                              <a:pt x="6697" y="971089"/>
                              <a:pt x="3142" y="980388"/>
                              <a:pt x="0" y="989815"/>
                            </a:cubicBezTo>
                            <a:cubicBezTo>
                              <a:pt x="5248" y="1037045"/>
                              <a:pt x="2272" y="1064245"/>
                              <a:pt x="18854" y="1102937"/>
                            </a:cubicBezTo>
                            <a:cubicBezTo>
                              <a:pt x="24398" y="1115873"/>
                              <a:pt x="44729" y="1157092"/>
                              <a:pt x="56561" y="1168924"/>
                            </a:cubicBezTo>
                            <a:cubicBezTo>
                              <a:pt x="64572" y="1176935"/>
                              <a:pt x="76138" y="1180525"/>
                              <a:pt x="84842" y="1187778"/>
                            </a:cubicBezTo>
                            <a:cubicBezTo>
                              <a:pt x="95083" y="1196312"/>
                              <a:pt x="101468" y="1209584"/>
                              <a:pt x="113122" y="1216058"/>
                            </a:cubicBezTo>
                            <a:cubicBezTo>
                              <a:pt x="130495" y="1225709"/>
                              <a:pt x="150829" y="1228627"/>
                              <a:pt x="169683" y="1234912"/>
                            </a:cubicBezTo>
                            <a:lnTo>
                              <a:pt x="226244" y="1253765"/>
                            </a:lnTo>
                            <a:cubicBezTo>
                              <a:pt x="235671" y="1256907"/>
                              <a:pt x="244687" y="1261787"/>
                              <a:pt x="254524" y="1263192"/>
                            </a:cubicBezTo>
                            <a:lnTo>
                              <a:pt x="320512" y="1272619"/>
                            </a:lnTo>
                            <a:cubicBezTo>
                              <a:pt x="364504" y="1269477"/>
                              <a:pt x="408653" y="1268063"/>
                              <a:pt x="452487" y="1263192"/>
                            </a:cubicBezTo>
                            <a:cubicBezTo>
                              <a:pt x="465364" y="1261761"/>
                              <a:pt x="478606" y="1259559"/>
                              <a:pt x="490194" y="1253765"/>
                            </a:cubicBezTo>
                            <a:cubicBezTo>
                              <a:pt x="510461" y="1243631"/>
                              <a:pt x="527901" y="1228627"/>
                              <a:pt x="546755" y="1216058"/>
                            </a:cubicBezTo>
                            <a:cubicBezTo>
                              <a:pt x="576645" y="1196132"/>
                              <a:pt x="615449" y="1172936"/>
                              <a:pt x="631596" y="1140644"/>
                            </a:cubicBezTo>
                            <a:cubicBezTo>
                              <a:pt x="638989" y="1125858"/>
                              <a:pt x="655980" y="1087980"/>
                              <a:pt x="669304" y="1074656"/>
                            </a:cubicBezTo>
                            <a:cubicBezTo>
                              <a:pt x="683531" y="1060429"/>
                              <a:pt x="699185" y="1047301"/>
                              <a:pt x="716438" y="1036949"/>
                            </a:cubicBezTo>
                            <a:cubicBezTo>
                              <a:pt x="747446" y="1018344"/>
                              <a:pt x="776334" y="1015543"/>
                              <a:pt x="810706" y="1008669"/>
                            </a:cubicBezTo>
                            <a:cubicBezTo>
                              <a:pt x="825108" y="1009777"/>
                              <a:pt x="963362" y="1017736"/>
                              <a:pt x="999242" y="1027522"/>
                            </a:cubicBezTo>
                            <a:cubicBezTo>
                              <a:pt x="1040436" y="1038757"/>
                              <a:pt x="1042712" y="1056132"/>
                              <a:pt x="1074656" y="1084083"/>
                            </a:cubicBezTo>
                            <a:cubicBezTo>
                              <a:pt x="1086480" y="1094429"/>
                              <a:pt x="1100434" y="1102138"/>
                              <a:pt x="1112363" y="1112363"/>
                            </a:cubicBezTo>
                            <a:cubicBezTo>
                              <a:pt x="1204273" y="1191143"/>
                              <a:pt x="1068086" y="1086226"/>
                              <a:pt x="1178351" y="1168924"/>
                            </a:cubicBezTo>
                            <a:cubicBezTo>
                              <a:pt x="1184636" y="1178351"/>
                              <a:pt x="1188358" y="1190127"/>
                              <a:pt x="1197205" y="1197205"/>
                            </a:cubicBezTo>
                            <a:cubicBezTo>
                              <a:pt x="1220353" y="1215724"/>
                              <a:pt x="1272619" y="1244339"/>
                              <a:pt x="1272619" y="1244339"/>
                            </a:cubicBezTo>
                            <a:cubicBezTo>
                              <a:pt x="1304199" y="1241181"/>
                              <a:pt x="1380180" y="1242379"/>
                              <a:pt x="1414021" y="1216058"/>
                            </a:cubicBezTo>
                            <a:cubicBezTo>
                              <a:pt x="1429903" y="1203705"/>
                              <a:pt x="1438268" y="1183879"/>
                              <a:pt x="1451728" y="1168924"/>
                            </a:cubicBezTo>
                            <a:cubicBezTo>
                              <a:pt x="1466592" y="1152409"/>
                              <a:pt x="1485722" y="1139708"/>
                              <a:pt x="1498862" y="1121790"/>
                            </a:cubicBezTo>
                            <a:cubicBezTo>
                              <a:pt x="1520532" y="1092239"/>
                              <a:pt x="1555423" y="1027522"/>
                              <a:pt x="1555423" y="1027522"/>
                            </a:cubicBezTo>
                            <a:cubicBezTo>
                              <a:pt x="1558565" y="1011811"/>
                              <a:pt x="1560964" y="995932"/>
                              <a:pt x="1564850" y="980388"/>
                            </a:cubicBezTo>
                            <a:cubicBezTo>
                              <a:pt x="1574899" y="940192"/>
                              <a:pt x="1590003" y="941456"/>
                              <a:pt x="1564850" y="886120"/>
                            </a:cubicBezTo>
                            <a:cubicBezTo>
                              <a:pt x="1557495" y="869938"/>
                              <a:pt x="1537550" y="862823"/>
                              <a:pt x="1527143" y="848413"/>
                            </a:cubicBezTo>
                            <a:cubicBezTo>
                              <a:pt x="1496523" y="806016"/>
                              <a:pt x="1460665" y="765406"/>
                              <a:pt x="1442302" y="716438"/>
                            </a:cubicBezTo>
                            <a:cubicBezTo>
                              <a:pt x="1416885" y="648660"/>
                              <a:pt x="1417968" y="643545"/>
                              <a:pt x="1385741" y="584462"/>
                            </a:cubicBezTo>
                            <a:cubicBezTo>
                              <a:pt x="1370995" y="557427"/>
                              <a:pt x="1348413" y="515998"/>
                              <a:pt x="1319753" y="499621"/>
                            </a:cubicBezTo>
                            <a:cubicBezTo>
                              <a:pt x="1276888" y="475127"/>
                              <a:pt x="1227292" y="459479"/>
                              <a:pt x="1178351" y="452487"/>
                            </a:cubicBezTo>
                            <a:cubicBezTo>
                              <a:pt x="1150183" y="448463"/>
                              <a:pt x="1121790" y="446202"/>
                              <a:pt x="1093510" y="443060"/>
                            </a:cubicBezTo>
                            <a:cubicBezTo>
                              <a:pt x="1084083" y="439918"/>
                              <a:pt x="1071005" y="441719"/>
                              <a:pt x="1065229" y="433633"/>
                            </a:cubicBezTo>
                            <a:cubicBezTo>
                              <a:pt x="1035077" y="391421"/>
                              <a:pt x="1048102" y="347864"/>
                              <a:pt x="1055803" y="301658"/>
                            </a:cubicBezTo>
                            <a:cubicBezTo>
                              <a:pt x="1059750" y="277978"/>
                              <a:pt x="1067183" y="258090"/>
                              <a:pt x="1074656" y="235671"/>
                            </a:cubicBezTo>
                            <a:cubicBezTo>
                              <a:pt x="1071514" y="223102"/>
                              <a:pt x="1073323" y="208080"/>
                              <a:pt x="1065229" y="197963"/>
                            </a:cubicBezTo>
                            <a:cubicBezTo>
                              <a:pt x="1059022" y="190204"/>
                              <a:pt x="1045332" y="193872"/>
                              <a:pt x="1036949" y="188537"/>
                            </a:cubicBezTo>
                            <a:cubicBezTo>
                              <a:pt x="1010439" y="171667"/>
                              <a:pt x="986673" y="150830"/>
                              <a:pt x="961535" y="131976"/>
                            </a:cubicBezTo>
                            <a:lnTo>
                              <a:pt x="848413" y="47135"/>
                            </a:lnTo>
                            <a:cubicBezTo>
                              <a:pt x="835844" y="37708"/>
                              <a:pt x="825611" y="23822"/>
                              <a:pt x="810706" y="18854"/>
                            </a:cubicBezTo>
                            <a:cubicBezTo>
                              <a:pt x="758391" y="1416"/>
                              <a:pt x="792285" y="10660"/>
                              <a:pt x="707011" y="0"/>
                            </a:cubicBezTo>
                            <a:cubicBezTo>
                              <a:pt x="666080" y="6822"/>
                              <a:pt x="642842" y="10070"/>
                              <a:pt x="603316" y="18854"/>
                            </a:cubicBezTo>
                            <a:cubicBezTo>
                              <a:pt x="590669" y="21665"/>
                              <a:pt x="578178" y="25139"/>
                              <a:pt x="565609" y="28281"/>
                            </a:cubicBezTo>
                            <a:cubicBezTo>
                              <a:pt x="559324" y="40850"/>
                              <a:pt x="548153" y="52005"/>
                              <a:pt x="546755" y="65988"/>
                            </a:cubicBezTo>
                            <a:cubicBezTo>
                              <a:pt x="541563" y="117902"/>
                              <a:pt x="575923" y="153050"/>
                              <a:pt x="593889" y="197963"/>
                            </a:cubicBezTo>
                            <a:cubicBezTo>
                              <a:pt x="600174" y="213674"/>
                              <a:pt x="602908" y="231327"/>
                              <a:pt x="612743" y="245097"/>
                            </a:cubicBezTo>
                            <a:cubicBezTo>
                              <a:pt x="619328" y="254316"/>
                              <a:pt x="631596" y="257666"/>
                              <a:pt x="641023" y="263951"/>
                            </a:cubicBezTo>
                            <a:cubicBezTo>
                              <a:pt x="644165" y="273378"/>
                              <a:pt x="650450" y="282294"/>
                              <a:pt x="650450" y="292231"/>
                            </a:cubicBezTo>
                            <a:cubicBezTo>
                              <a:pt x="650450" y="302168"/>
                              <a:pt x="647124" y="312668"/>
                              <a:pt x="641023" y="320512"/>
                            </a:cubicBezTo>
                            <a:cubicBezTo>
                              <a:pt x="614915" y="354079"/>
                              <a:pt x="581302" y="381170"/>
                              <a:pt x="546755" y="405353"/>
                            </a:cubicBezTo>
                            <a:cubicBezTo>
                              <a:pt x="528192" y="418347"/>
                              <a:pt x="490194" y="443060"/>
                              <a:pt x="490194" y="443060"/>
                            </a:cubicBezTo>
                            <a:cubicBezTo>
                              <a:pt x="483910" y="452487"/>
                              <a:pt x="480188" y="464263"/>
                              <a:pt x="471341" y="471341"/>
                            </a:cubicBezTo>
                            <a:cubicBezTo>
                              <a:pt x="448193" y="489860"/>
                              <a:pt x="424685" y="511285"/>
                              <a:pt x="395926" y="518475"/>
                            </a:cubicBezTo>
                            <a:cubicBezTo>
                              <a:pt x="383357" y="521617"/>
                              <a:pt x="370676" y="524343"/>
                              <a:pt x="358219" y="527902"/>
                            </a:cubicBezTo>
                            <a:cubicBezTo>
                              <a:pt x="322588" y="538082"/>
                              <a:pt x="327026" y="542333"/>
                              <a:pt x="282805" y="546755"/>
                            </a:cubicBezTo>
                            <a:cubicBezTo>
                              <a:pt x="235801" y="551456"/>
                              <a:pt x="188537" y="553040"/>
                              <a:pt x="141403" y="556182"/>
                            </a:cubicBezTo>
                            <a:cubicBezTo>
                              <a:pt x="135118" y="575036"/>
                              <a:pt x="126447" y="593255"/>
                              <a:pt x="122549" y="612743"/>
                            </a:cubicBezTo>
                            <a:cubicBezTo>
                              <a:pt x="119407" y="628454"/>
                              <a:pt x="115988" y="644113"/>
                              <a:pt x="113122" y="659877"/>
                            </a:cubicBezTo>
                            <a:cubicBezTo>
                              <a:pt x="102893" y="716134"/>
                              <a:pt x="105907" y="711199"/>
                              <a:pt x="94269" y="763572"/>
                            </a:cubicBezTo>
                            <a:cubicBezTo>
                              <a:pt x="85723" y="802031"/>
                              <a:pt x="89770" y="804653"/>
                              <a:pt x="56561" y="829559"/>
                            </a:cubicBezTo>
                            <a:cubicBezTo>
                              <a:pt x="54047" y="831444"/>
                              <a:pt x="81700" y="776141"/>
                              <a:pt x="75415" y="791852"/>
                            </a:cubicBezTo>
                            <a:close/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40559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>
                  <a:latin typeface="+mj-ea"/>
                  <a:ea typeface="+mj-ea"/>
                </a:endParaRPr>
              </a:p>
            </p:txBody>
          </p:sp>
        </p:grpSp>
        <p:pic>
          <p:nvPicPr>
            <p:cNvPr id="28" name="Graphic 27" descr="Rain with solid fill">
              <a:extLst>
                <a:ext uri="{FF2B5EF4-FFF2-40B4-BE49-F238E27FC236}">
                  <a16:creationId xmlns:a16="http://schemas.microsoft.com/office/drawing/2014/main" id="{4F58064D-E8EB-5FB9-D3FB-6FA6A25C4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51994" y="801694"/>
              <a:ext cx="914400" cy="914400"/>
            </a:xfrm>
            <a:prstGeom prst="rect">
              <a:avLst/>
            </a:prstGeom>
          </p:spPr>
        </p:pic>
        <p:pic>
          <p:nvPicPr>
            <p:cNvPr id="29" name="Graphic 28" descr="Snowflake with solid fill">
              <a:extLst>
                <a:ext uri="{FF2B5EF4-FFF2-40B4-BE49-F238E27FC236}">
                  <a16:creationId xmlns:a16="http://schemas.microsoft.com/office/drawing/2014/main" id="{82D6D945-736A-7803-2FCA-5EEF4289DB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84335" y="1306139"/>
              <a:ext cx="914400" cy="914400"/>
            </a:xfrm>
            <a:prstGeom prst="rect">
              <a:avLst/>
            </a:prstGeom>
          </p:spPr>
        </p:pic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159AEF-67B7-F355-2AF9-4A356B3169D9}"/>
              </a:ext>
            </a:extLst>
          </p:cNvPr>
          <p:cNvCxnSpPr>
            <a:cxnSpLocks/>
          </p:cNvCxnSpPr>
          <p:nvPr/>
        </p:nvCxnSpPr>
        <p:spPr>
          <a:xfrm flipH="1">
            <a:off x="5389930" y="2797987"/>
            <a:ext cx="527694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4205117-B914-BA2B-234F-D4F60B9279A0}"/>
              </a:ext>
            </a:extLst>
          </p:cNvPr>
          <p:cNvSpPr/>
          <p:nvPr/>
        </p:nvSpPr>
        <p:spPr>
          <a:xfrm>
            <a:off x="5947740" y="1279388"/>
            <a:ext cx="4026324" cy="3070033"/>
          </a:xfrm>
          <a:prstGeom prst="roundRect">
            <a:avLst>
              <a:gd name="adj" fmla="val 14008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KR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7F96637-A7C0-2994-9777-CBFE0FF75ECA}"/>
              </a:ext>
            </a:extLst>
          </p:cNvPr>
          <p:cNvSpPr/>
          <p:nvPr/>
        </p:nvSpPr>
        <p:spPr>
          <a:xfrm>
            <a:off x="6072202" y="1405005"/>
            <a:ext cx="1287856" cy="2833960"/>
          </a:xfrm>
          <a:prstGeom prst="roundRect">
            <a:avLst>
              <a:gd name="adj" fmla="val 26751"/>
            </a:avLst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2D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 날씨 </a:t>
            </a:r>
            <a:r>
              <a:rPr lang="ko-KR" altLang="en-US" dirty="0" err="1">
                <a:solidFill>
                  <a:schemeClr val="tx1"/>
                </a:solidFill>
                <a:latin typeface="+mj-ea"/>
                <a:ea typeface="+mj-ea"/>
              </a:rPr>
              <a:t>아티팩트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복원 모델</a:t>
            </a:r>
            <a:endParaRPr lang="en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23D53F6-231B-CAA3-519F-3810A2698648}"/>
              </a:ext>
            </a:extLst>
          </p:cNvPr>
          <p:cNvSpPr/>
          <p:nvPr/>
        </p:nvSpPr>
        <p:spPr>
          <a:xfrm>
            <a:off x="7642135" y="1458015"/>
            <a:ext cx="2184199" cy="1212979"/>
          </a:xfrm>
          <a:prstGeom prst="roundRect">
            <a:avLst>
              <a:gd name="adj" fmla="val 16369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ea"/>
                <a:ea typeface="+mj-ea"/>
              </a:rPr>
              <a:t>3DGS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ea"/>
                <a:ea typeface="+mj-ea"/>
              </a:rPr>
              <a:t>3D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장면 재구성</a:t>
            </a:r>
            <a:endParaRPr lang="en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1" name="Extract 40">
            <a:extLst>
              <a:ext uri="{FF2B5EF4-FFF2-40B4-BE49-F238E27FC236}">
                <a16:creationId xmlns:a16="http://schemas.microsoft.com/office/drawing/2014/main" id="{3A8A0B90-B6C7-B057-CE7B-D7BBF2C88949}"/>
              </a:ext>
            </a:extLst>
          </p:cNvPr>
          <p:cNvSpPr/>
          <p:nvPr/>
        </p:nvSpPr>
        <p:spPr>
          <a:xfrm rot="5400000">
            <a:off x="7348152" y="2731876"/>
            <a:ext cx="360005" cy="132224"/>
          </a:xfrm>
          <a:prstGeom prst="flowChartExtract">
            <a:avLst/>
          </a:prstGeom>
          <a:solidFill>
            <a:schemeClr val="tx1"/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00">
              <a:latin typeface="+mj-ea"/>
              <a:ea typeface="+mj-ea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7A5B208A-158B-0DDC-CB5F-ED69832988E5}"/>
              </a:ext>
            </a:extLst>
          </p:cNvPr>
          <p:cNvSpPr/>
          <p:nvPr/>
        </p:nvSpPr>
        <p:spPr>
          <a:xfrm>
            <a:off x="10398804" y="2091689"/>
            <a:ext cx="1224152" cy="1052592"/>
          </a:xfrm>
          <a:custGeom>
            <a:avLst/>
            <a:gdLst>
              <a:gd name="csX0" fmla="*/ 58481 w 1224152"/>
              <a:gd name="csY0" fmla="*/ 654946 h 1052592"/>
              <a:gd name="csX1" fmla="*/ 14620 w 1224152"/>
              <a:gd name="csY1" fmla="*/ 764103 h 1052592"/>
              <a:gd name="csX2" fmla="*/ 7310 w 1224152"/>
              <a:gd name="csY2" fmla="*/ 795292 h 1052592"/>
              <a:gd name="csX3" fmla="*/ 0 w 1224152"/>
              <a:gd name="csY3" fmla="*/ 818682 h 1052592"/>
              <a:gd name="csX4" fmla="*/ 14620 w 1224152"/>
              <a:gd name="csY4" fmla="*/ 912246 h 1052592"/>
              <a:gd name="csX5" fmla="*/ 43860 w 1224152"/>
              <a:gd name="csY5" fmla="*/ 966825 h 1052592"/>
              <a:gd name="csX6" fmla="*/ 65791 w 1224152"/>
              <a:gd name="csY6" fmla="*/ 982419 h 1052592"/>
              <a:gd name="csX7" fmla="*/ 87721 w 1224152"/>
              <a:gd name="csY7" fmla="*/ 1005810 h 1052592"/>
              <a:gd name="csX8" fmla="*/ 131582 w 1224152"/>
              <a:gd name="csY8" fmla="*/ 1021404 h 1052592"/>
              <a:gd name="csX9" fmla="*/ 175443 w 1224152"/>
              <a:gd name="csY9" fmla="*/ 1036997 h 1052592"/>
              <a:gd name="csX10" fmla="*/ 197373 w 1224152"/>
              <a:gd name="csY10" fmla="*/ 1044794 h 1052592"/>
              <a:gd name="csX11" fmla="*/ 248544 w 1224152"/>
              <a:gd name="csY11" fmla="*/ 1052592 h 1052592"/>
              <a:gd name="csX12" fmla="*/ 350886 w 1224152"/>
              <a:gd name="csY12" fmla="*/ 1044794 h 1052592"/>
              <a:gd name="csX13" fmla="*/ 380126 w 1224152"/>
              <a:gd name="csY13" fmla="*/ 1036997 h 1052592"/>
              <a:gd name="csX14" fmla="*/ 423987 w 1224152"/>
              <a:gd name="csY14" fmla="*/ 1005810 h 1052592"/>
              <a:gd name="csX15" fmla="*/ 489778 w 1224152"/>
              <a:gd name="csY15" fmla="*/ 943434 h 1052592"/>
              <a:gd name="csX16" fmla="*/ 519019 w 1224152"/>
              <a:gd name="csY16" fmla="*/ 888855 h 1052592"/>
              <a:gd name="csX17" fmla="*/ 555570 w 1224152"/>
              <a:gd name="csY17" fmla="*/ 857667 h 1052592"/>
              <a:gd name="csX18" fmla="*/ 628671 w 1224152"/>
              <a:gd name="csY18" fmla="*/ 834277 h 1052592"/>
              <a:gd name="csX19" fmla="*/ 774873 w 1224152"/>
              <a:gd name="csY19" fmla="*/ 849870 h 1052592"/>
              <a:gd name="csX20" fmla="*/ 833354 w 1224152"/>
              <a:gd name="csY20" fmla="*/ 896652 h 1052592"/>
              <a:gd name="csX21" fmla="*/ 862594 w 1224152"/>
              <a:gd name="csY21" fmla="*/ 920043 h 1052592"/>
              <a:gd name="csX22" fmla="*/ 913765 w 1224152"/>
              <a:gd name="csY22" fmla="*/ 966825 h 1052592"/>
              <a:gd name="csX23" fmla="*/ 928386 w 1224152"/>
              <a:gd name="csY23" fmla="*/ 990216 h 1052592"/>
              <a:gd name="csX24" fmla="*/ 986866 w 1224152"/>
              <a:gd name="csY24" fmla="*/ 1029201 h 1052592"/>
              <a:gd name="csX25" fmla="*/ 1096518 w 1224152"/>
              <a:gd name="csY25" fmla="*/ 1005810 h 1052592"/>
              <a:gd name="csX26" fmla="*/ 1125759 w 1224152"/>
              <a:gd name="csY26" fmla="*/ 966825 h 1052592"/>
              <a:gd name="csX27" fmla="*/ 1162309 w 1224152"/>
              <a:gd name="csY27" fmla="*/ 927840 h 1052592"/>
              <a:gd name="csX28" fmla="*/ 1206170 w 1224152"/>
              <a:gd name="csY28" fmla="*/ 849870 h 1052592"/>
              <a:gd name="csX29" fmla="*/ 1213480 w 1224152"/>
              <a:gd name="csY29" fmla="*/ 810885 h 1052592"/>
              <a:gd name="csX30" fmla="*/ 1213480 w 1224152"/>
              <a:gd name="csY30" fmla="*/ 732915 h 1052592"/>
              <a:gd name="csX31" fmla="*/ 1184240 w 1224152"/>
              <a:gd name="csY31" fmla="*/ 701728 h 1052592"/>
              <a:gd name="csX32" fmla="*/ 1118449 w 1224152"/>
              <a:gd name="csY32" fmla="*/ 592570 h 1052592"/>
              <a:gd name="csX33" fmla="*/ 1074588 w 1224152"/>
              <a:gd name="csY33" fmla="*/ 483412 h 1052592"/>
              <a:gd name="csX34" fmla="*/ 1023417 w 1224152"/>
              <a:gd name="csY34" fmla="*/ 413239 h 1052592"/>
              <a:gd name="csX35" fmla="*/ 913765 w 1224152"/>
              <a:gd name="csY35" fmla="*/ 374255 h 1052592"/>
              <a:gd name="csX36" fmla="*/ 847974 w 1224152"/>
              <a:gd name="csY36" fmla="*/ 366457 h 1052592"/>
              <a:gd name="csX37" fmla="*/ 826044 w 1224152"/>
              <a:gd name="csY37" fmla="*/ 358660 h 1052592"/>
              <a:gd name="csX38" fmla="*/ 818734 w 1224152"/>
              <a:gd name="csY38" fmla="*/ 249503 h 1052592"/>
              <a:gd name="csX39" fmla="*/ 833354 w 1224152"/>
              <a:gd name="csY39" fmla="*/ 194925 h 1052592"/>
              <a:gd name="csX40" fmla="*/ 826044 w 1224152"/>
              <a:gd name="csY40" fmla="*/ 163736 h 1052592"/>
              <a:gd name="csX41" fmla="*/ 804113 w 1224152"/>
              <a:gd name="csY41" fmla="*/ 155940 h 1052592"/>
              <a:gd name="csX42" fmla="*/ 745633 w 1224152"/>
              <a:gd name="csY42" fmla="*/ 109158 h 1052592"/>
              <a:gd name="csX43" fmla="*/ 657911 w 1224152"/>
              <a:gd name="csY43" fmla="*/ 38985 h 1052592"/>
              <a:gd name="csX44" fmla="*/ 628671 w 1224152"/>
              <a:gd name="csY44" fmla="*/ 15594 h 1052592"/>
              <a:gd name="csX45" fmla="*/ 548259 w 1224152"/>
              <a:gd name="csY45" fmla="*/ 0 h 1052592"/>
              <a:gd name="csX46" fmla="*/ 467848 w 1224152"/>
              <a:gd name="csY46" fmla="*/ 15594 h 1052592"/>
              <a:gd name="csX47" fmla="*/ 438607 w 1224152"/>
              <a:gd name="csY47" fmla="*/ 23391 h 1052592"/>
              <a:gd name="csX48" fmla="*/ 423987 w 1224152"/>
              <a:gd name="csY48" fmla="*/ 54579 h 1052592"/>
              <a:gd name="csX49" fmla="*/ 460538 w 1224152"/>
              <a:gd name="csY49" fmla="*/ 163736 h 1052592"/>
              <a:gd name="csX50" fmla="*/ 475158 w 1224152"/>
              <a:gd name="csY50" fmla="*/ 202721 h 1052592"/>
              <a:gd name="csX51" fmla="*/ 497088 w 1224152"/>
              <a:gd name="csY51" fmla="*/ 218315 h 1052592"/>
              <a:gd name="csX52" fmla="*/ 504398 w 1224152"/>
              <a:gd name="csY52" fmla="*/ 241706 h 1052592"/>
              <a:gd name="csX53" fmla="*/ 497088 w 1224152"/>
              <a:gd name="csY53" fmla="*/ 265097 h 1052592"/>
              <a:gd name="csX54" fmla="*/ 423987 w 1224152"/>
              <a:gd name="csY54" fmla="*/ 335270 h 1052592"/>
              <a:gd name="csX55" fmla="*/ 380126 w 1224152"/>
              <a:gd name="csY55" fmla="*/ 366457 h 1052592"/>
              <a:gd name="csX56" fmla="*/ 365506 w 1224152"/>
              <a:gd name="csY56" fmla="*/ 389849 h 1052592"/>
              <a:gd name="csX57" fmla="*/ 307025 w 1224152"/>
              <a:gd name="csY57" fmla="*/ 428834 h 1052592"/>
              <a:gd name="csX58" fmla="*/ 277785 w 1224152"/>
              <a:gd name="csY58" fmla="*/ 436631 h 1052592"/>
              <a:gd name="csX59" fmla="*/ 219304 w 1224152"/>
              <a:gd name="csY59" fmla="*/ 452224 h 1052592"/>
              <a:gd name="csX60" fmla="*/ 109652 w 1224152"/>
              <a:gd name="csY60" fmla="*/ 460021 h 1052592"/>
              <a:gd name="csX61" fmla="*/ 95032 w 1224152"/>
              <a:gd name="csY61" fmla="*/ 506803 h 1052592"/>
              <a:gd name="csX62" fmla="*/ 87721 w 1224152"/>
              <a:gd name="csY62" fmla="*/ 545788 h 1052592"/>
              <a:gd name="csX63" fmla="*/ 73101 w 1224152"/>
              <a:gd name="csY63" fmla="*/ 631555 h 1052592"/>
              <a:gd name="csX64" fmla="*/ 43860 w 1224152"/>
              <a:gd name="csY64" fmla="*/ 686134 h 1052592"/>
              <a:gd name="csX65" fmla="*/ 58481 w 1224152"/>
              <a:gd name="csY65" fmla="*/ 654946 h 1052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1224152" h="1052592" fill="none" extrusionOk="0">
                <a:moveTo>
                  <a:pt x="58481" y="654946"/>
                </a:moveTo>
                <a:cubicBezTo>
                  <a:pt x="57073" y="664386"/>
                  <a:pt x="29273" y="724397"/>
                  <a:pt x="14620" y="764103"/>
                </a:cubicBezTo>
                <a:cubicBezTo>
                  <a:pt x="12846" y="774936"/>
                  <a:pt x="10605" y="784525"/>
                  <a:pt x="7310" y="795292"/>
                </a:cubicBezTo>
                <a:cubicBezTo>
                  <a:pt x="6058" y="803498"/>
                  <a:pt x="2510" y="810443"/>
                  <a:pt x="0" y="818682"/>
                </a:cubicBezTo>
                <a:cubicBezTo>
                  <a:pt x="3036" y="855467"/>
                  <a:pt x="2146" y="883131"/>
                  <a:pt x="14620" y="912246"/>
                </a:cubicBezTo>
                <a:cubicBezTo>
                  <a:pt x="18727" y="922900"/>
                  <a:pt x="34666" y="956516"/>
                  <a:pt x="43860" y="966825"/>
                </a:cubicBezTo>
                <a:cubicBezTo>
                  <a:pt x="48719" y="972276"/>
                  <a:pt x="58808" y="976696"/>
                  <a:pt x="65791" y="982419"/>
                </a:cubicBezTo>
                <a:cubicBezTo>
                  <a:pt x="75190" y="990350"/>
                  <a:pt x="79101" y="1000395"/>
                  <a:pt x="87721" y="1005810"/>
                </a:cubicBezTo>
                <a:cubicBezTo>
                  <a:pt x="103579" y="1014827"/>
                  <a:pt x="117734" y="1016703"/>
                  <a:pt x="131582" y="1021404"/>
                </a:cubicBezTo>
                <a:cubicBezTo>
                  <a:pt x="142097" y="1023202"/>
                  <a:pt x="159132" y="1028860"/>
                  <a:pt x="175443" y="1036997"/>
                </a:cubicBezTo>
                <a:cubicBezTo>
                  <a:pt x="182101" y="1039290"/>
                  <a:pt x="188979" y="1042418"/>
                  <a:pt x="197373" y="1044794"/>
                </a:cubicBezTo>
                <a:cubicBezTo>
                  <a:pt x="209078" y="1046089"/>
                  <a:pt x="223273" y="1052790"/>
                  <a:pt x="248544" y="1052592"/>
                </a:cubicBezTo>
                <a:cubicBezTo>
                  <a:pt x="282958" y="1048685"/>
                  <a:pt x="317412" y="1047891"/>
                  <a:pt x="350886" y="1044794"/>
                </a:cubicBezTo>
                <a:cubicBezTo>
                  <a:pt x="361485" y="1043752"/>
                  <a:pt x="369567" y="1042743"/>
                  <a:pt x="380126" y="1036997"/>
                </a:cubicBezTo>
                <a:cubicBezTo>
                  <a:pt x="395015" y="1030079"/>
                  <a:pt x="411743" y="1016643"/>
                  <a:pt x="423987" y="1005810"/>
                </a:cubicBezTo>
                <a:cubicBezTo>
                  <a:pt x="449024" y="988435"/>
                  <a:pt x="475839" y="968074"/>
                  <a:pt x="489778" y="943434"/>
                </a:cubicBezTo>
                <a:cubicBezTo>
                  <a:pt x="494488" y="933700"/>
                  <a:pt x="509719" y="901181"/>
                  <a:pt x="519019" y="888855"/>
                </a:cubicBezTo>
                <a:cubicBezTo>
                  <a:pt x="528019" y="877355"/>
                  <a:pt x="542371" y="868394"/>
                  <a:pt x="555570" y="857667"/>
                </a:cubicBezTo>
                <a:cubicBezTo>
                  <a:pt x="577950" y="842572"/>
                  <a:pt x="601631" y="841556"/>
                  <a:pt x="628671" y="834277"/>
                </a:cubicBezTo>
                <a:cubicBezTo>
                  <a:pt x="635482" y="834158"/>
                  <a:pt x="743997" y="843502"/>
                  <a:pt x="774873" y="849870"/>
                </a:cubicBezTo>
                <a:cubicBezTo>
                  <a:pt x="807521" y="856793"/>
                  <a:pt x="806907" y="872548"/>
                  <a:pt x="833354" y="896652"/>
                </a:cubicBezTo>
                <a:cubicBezTo>
                  <a:pt x="842675" y="905873"/>
                  <a:pt x="854064" y="913566"/>
                  <a:pt x="862594" y="920043"/>
                </a:cubicBezTo>
                <a:cubicBezTo>
                  <a:pt x="940706" y="981831"/>
                  <a:pt x="827946" y="901892"/>
                  <a:pt x="913765" y="966825"/>
                </a:cubicBezTo>
                <a:cubicBezTo>
                  <a:pt x="919468" y="975796"/>
                  <a:pt x="922469" y="983435"/>
                  <a:pt x="928386" y="990216"/>
                </a:cubicBezTo>
                <a:cubicBezTo>
                  <a:pt x="946335" y="1005533"/>
                  <a:pt x="986866" y="1029201"/>
                  <a:pt x="986866" y="1029201"/>
                </a:cubicBezTo>
                <a:cubicBezTo>
                  <a:pt x="1013334" y="1027986"/>
                  <a:pt x="1071895" y="1026231"/>
                  <a:pt x="1096518" y="1005810"/>
                </a:cubicBezTo>
                <a:cubicBezTo>
                  <a:pt x="1109381" y="996869"/>
                  <a:pt x="1117497" y="979525"/>
                  <a:pt x="1125759" y="966825"/>
                </a:cubicBezTo>
                <a:cubicBezTo>
                  <a:pt x="1139945" y="954827"/>
                  <a:pt x="1154674" y="940781"/>
                  <a:pt x="1162309" y="927840"/>
                </a:cubicBezTo>
                <a:cubicBezTo>
                  <a:pt x="1179113" y="903398"/>
                  <a:pt x="1206170" y="849869"/>
                  <a:pt x="1206170" y="849870"/>
                </a:cubicBezTo>
                <a:cubicBezTo>
                  <a:pt x="1209324" y="836476"/>
                  <a:pt x="1210580" y="825352"/>
                  <a:pt x="1213480" y="810885"/>
                </a:cubicBezTo>
                <a:cubicBezTo>
                  <a:pt x="1223123" y="777407"/>
                  <a:pt x="1233247" y="778258"/>
                  <a:pt x="1213480" y="732915"/>
                </a:cubicBezTo>
                <a:cubicBezTo>
                  <a:pt x="1207628" y="718998"/>
                  <a:pt x="1191850" y="712937"/>
                  <a:pt x="1184240" y="701728"/>
                </a:cubicBezTo>
                <a:cubicBezTo>
                  <a:pt x="1162430" y="666680"/>
                  <a:pt x="1136795" y="628608"/>
                  <a:pt x="1118449" y="592570"/>
                </a:cubicBezTo>
                <a:cubicBezTo>
                  <a:pt x="1098290" y="536622"/>
                  <a:pt x="1099480" y="532244"/>
                  <a:pt x="1074588" y="483412"/>
                </a:cubicBezTo>
                <a:cubicBezTo>
                  <a:pt x="1061739" y="456171"/>
                  <a:pt x="1047025" y="429228"/>
                  <a:pt x="1023417" y="413239"/>
                </a:cubicBezTo>
                <a:cubicBezTo>
                  <a:pt x="989085" y="394044"/>
                  <a:pt x="951395" y="383973"/>
                  <a:pt x="913765" y="374255"/>
                </a:cubicBezTo>
                <a:cubicBezTo>
                  <a:pt x="888964" y="370476"/>
                  <a:pt x="870026" y="366178"/>
                  <a:pt x="847974" y="366457"/>
                </a:cubicBezTo>
                <a:cubicBezTo>
                  <a:pt x="839590" y="364745"/>
                  <a:pt x="829368" y="365951"/>
                  <a:pt x="826044" y="358660"/>
                </a:cubicBezTo>
                <a:cubicBezTo>
                  <a:pt x="804028" y="327487"/>
                  <a:pt x="817152" y="286083"/>
                  <a:pt x="818734" y="249503"/>
                </a:cubicBezTo>
                <a:cubicBezTo>
                  <a:pt x="822308" y="229364"/>
                  <a:pt x="829242" y="213235"/>
                  <a:pt x="833354" y="194925"/>
                </a:cubicBezTo>
                <a:cubicBezTo>
                  <a:pt x="830557" y="186282"/>
                  <a:pt x="834356" y="172526"/>
                  <a:pt x="826044" y="163736"/>
                </a:cubicBezTo>
                <a:cubicBezTo>
                  <a:pt x="820752" y="157335"/>
                  <a:pt x="810040" y="159968"/>
                  <a:pt x="804113" y="155940"/>
                </a:cubicBezTo>
                <a:cubicBezTo>
                  <a:pt x="785005" y="141410"/>
                  <a:pt x="765047" y="121181"/>
                  <a:pt x="745633" y="109158"/>
                </a:cubicBezTo>
                <a:cubicBezTo>
                  <a:pt x="719745" y="80412"/>
                  <a:pt x="678747" y="45021"/>
                  <a:pt x="657911" y="38985"/>
                </a:cubicBezTo>
                <a:cubicBezTo>
                  <a:pt x="647749" y="33076"/>
                  <a:pt x="638238" y="20744"/>
                  <a:pt x="628671" y="15594"/>
                </a:cubicBezTo>
                <a:cubicBezTo>
                  <a:pt x="587745" y="308"/>
                  <a:pt x="615762" y="7418"/>
                  <a:pt x="548259" y="0"/>
                </a:cubicBezTo>
                <a:cubicBezTo>
                  <a:pt x="513772" y="3471"/>
                  <a:pt x="499953" y="8086"/>
                  <a:pt x="467848" y="15594"/>
                </a:cubicBezTo>
                <a:cubicBezTo>
                  <a:pt x="458265" y="17642"/>
                  <a:pt x="448667" y="19752"/>
                  <a:pt x="438607" y="23391"/>
                </a:cubicBezTo>
                <a:cubicBezTo>
                  <a:pt x="435207" y="32125"/>
                  <a:pt x="423723" y="42541"/>
                  <a:pt x="423987" y="54579"/>
                </a:cubicBezTo>
                <a:cubicBezTo>
                  <a:pt x="418901" y="96580"/>
                  <a:pt x="450210" y="125386"/>
                  <a:pt x="460538" y="163736"/>
                </a:cubicBezTo>
                <a:cubicBezTo>
                  <a:pt x="466463" y="177017"/>
                  <a:pt x="467634" y="192282"/>
                  <a:pt x="475158" y="202721"/>
                </a:cubicBezTo>
                <a:cubicBezTo>
                  <a:pt x="480429" y="212075"/>
                  <a:pt x="490107" y="212780"/>
                  <a:pt x="497088" y="218315"/>
                </a:cubicBezTo>
                <a:cubicBezTo>
                  <a:pt x="498785" y="226630"/>
                  <a:pt x="502836" y="233340"/>
                  <a:pt x="504398" y="241706"/>
                </a:cubicBezTo>
                <a:cubicBezTo>
                  <a:pt x="505368" y="250979"/>
                  <a:pt x="502551" y="258545"/>
                  <a:pt x="497088" y="265097"/>
                </a:cubicBezTo>
                <a:cubicBezTo>
                  <a:pt x="476608" y="286336"/>
                  <a:pt x="447565" y="318852"/>
                  <a:pt x="423987" y="335270"/>
                </a:cubicBezTo>
                <a:cubicBezTo>
                  <a:pt x="409593" y="346017"/>
                  <a:pt x="380126" y="366458"/>
                  <a:pt x="380126" y="366457"/>
                </a:cubicBezTo>
                <a:cubicBezTo>
                  <a:pt x="374880" y="374566"/>
                  <a:pt x="373783" y="383340"/>
                  <a:pt x="365506" y="389849"/>
                </a:cubicBezTo>
                <a:cubicBezTo>
                  <a:pt x="346772" y="404921"/>
                  <a:pt x="328107" y="420767"/>
                  <a:pt x="307025" y="428834"/>
                </a:cubicBezTo>
                <a:cubicBezTo>
                  <a:pt x="297211" y="429884"/>
                  <a:pt x="289170" y="434539"/>
                  <a:pt x="277785" y="436631"/>
                </a:cubicBezTo>
                <a:cubicBezTo>
                  <a:pt x="249957" y="445431"/>
                  <a:pt x="253846" y="449194"/>
                  <a:pt x="219304" y="452224"/>
                </a:cubicBezTo>
                <a:cubicBezTo>
                  <a:pt x="181624" y="460547"/>
                  <a:pt x="147985" y="454521"/>
                  <a:pt x="109652" y="460021"/>
                </a:cubicBezTo>
                <a:cubicBezTo>
                  <a:pt x="103555" y="473228"/>
                  <a:pt x="101011" y="489714"/>
                  <a:pt x="95032" y="506803"/>
                </a:cubicBezTo>
                <a:cubicBezTo>
                  <a:pt x="93251" y="518638"/>
                  <a:pt x="91040" y="535082"/>
                  <a:pt x="87721" y="545788"/>
                </a:cubicBezTo>
                <a:cubicBezTo>
                  <a:pt x="79930" y="593166"/>
                  <a:pt x="82308" y="588511"/>
                  <a:pt x="73101" y="631555"/>
                </a:cubicBezTo>
                <a:cubicBezTo>
                  <a:pt x="66323" y="663257"/>
                  <a:pt x="69873" y="665807"/>
                  <a:pt x="43860" y="686134"/>
                </a:cubicBezTo>
                <a:cubicBezTo>
                  <a:pt x="43006" y="688100"/>
                  <a:pt x="64535" y="642236"/>
                  <a:pt x="58481" y="654946"/>
                </a:cubicBezTo>
                <a:close/>
              </a:path>
              <a:path w="1224152" h="1052592" stroke="0" extrusionOk="0">
                <a:moveTo>
                  <a:pt x="58481" y="654946"/>
                </a:moveTo>
                <a:cubicBezTo>
                  <a:pt x="52340" y="667159"/>
                  <a:pt x="26387" y="727840"/>
                  <a:pt x="14620" y="764103"/>
                </a:cubicBezTo>
                <a:cubicBezTo>
                  <a:pt x="12742" y="774462"/>
                  <a:pt x="8557" y="785036"/>
                  <a:pt x="7310" y="795292"/>
                </a:cubicBezTo>
                <a:cubicBezTo>
                  <a:pt x="4185" y="804179"/>
                  <a:pt x="2262" y="811846"/>
                  <a:pt x="0" y="818682"/>
                </a:cubicBezTo>
                <a:cubicBezTo>
                  <a:pt x="3069" y="857200"/>
                  <a:pt x="2867" y="880772"/>
                  <a:pt x="14620" y="912246"/>
                </a:cubicBezTo>
                <a:cubicBezTo>
                  <a:pt x="20494" y="923133"/>
                  <a:pt x="35067" y="956252"/>
                  <a:pt x="43860" y="966825"/>
                </a:cubicBezTo>
                <a:cubicBezTo>
                  <a:pt x="49448" y="973355"/>
                  <a:pt x="58963" y="976494"/>
                  <a:pt x="65791" y="982419"/>
                </a:cubicBezTo>
                <a:cubicBezTo>
                  <a:pt x="73664" y="988819"/>
                  <a:pt x="78500" y="1000710"/>
                  <a:pt x="87721" y="1005810"/>
                </a:cubicBezTo>
                <a:cubicBezTo>
                  <a:pt x="102177" y="1014343"/>
                  <a:pt x="117872" y="1016424"/>
                  <a:pt x="131582" y="1021404"/>
                </a:cubicBezTo>
                <a:cubicBezTo>
                  <a:pt x="140393" y="1024630"/>
                  <a:pt x="168140" y="1035941"/>
                  <a:pt x="175443" y="1036997"/>
                </a:cubicBezTo>
                <a:cubicBezTo>
                  <a:pt x="183400" y="1040559"/>
                  <a:pt x="189839" y="1044606"/>
                  <a:pt x="197373" y="1044794"/>
                </a:cubicBezTo>
                <a:cubicBezTo>
                  <a:pt x="213315" y="1048901"/>
                  <a:pt x="233968" y="1052807"/>
                  <a:pt x="248544" y="1052592"/>
                </a:cubicBezTo>
                <a:cubicBezTo>
                  <a:pt x="285775" y="1047263"/>
                  <a:pt x="318180" y="1042776"/>
                  <a:pt x="350886" y="1044794"/>
                </a:cubicBezTo>
                <a:cubicBezTo>
                  <a:pt x="359854" y="1043778"/>
                  <a:pt x="370127" y="1041090"/>
                  <a:pt x="380126" y="1036997"/>
                </a:cubicBezTo>
                <a:cubicBezTo>
                  <a:pt x="393527" y="1028451"/>
                  <a:pt x="409089" y="1015641"/>
                  <a:pt x="423987" y="1005810"/>
                </a:cubicBezTo>
                <a:cubicBezTo>
                  <a:pt x="447303" y="987460"/>
                  <a:pt x="474143" y="971961"/>
                  <a:pt x="489778" y="943434"/>
                </a:cubicBezTo>
                <a:cubicBezTo>
                  <a:pt x="494968" y="932176"/>
                  <a:pt x="510003" y="900853"/>
                  <a:pt x="519019" y="888855"/>
                </a:cubicBezTo>
                <a:cubicBezTo>
                  <a:pt x="530010" y="878063"/>
                  <a:pt x="543186" y="865639"/>
                  <a:pt x="555570" y="857667"/>
                </a:cubicBezTo>
                <a:cubicBezTo>
                  <a:pt x="579006" y="843245"/>
                  <a:pt x="598019" y="840175"/>
                  <a:pt x="628671" y="834277"/>
                </a:cubicBezTo>
                <a:cubicBezTo>
                  <a:pt x="640651" y="836801"/>
                  <a:pt x="743224" y="843794"/>
                  <a:pt x="774873" y="849870"/>
                </a:cubicBezTo>
                <a:cubicBezTo>
                  <a:pt x="806943" y="858448"/>
                  <a:pt x="806794" y="873433"/>
                  <a:pt x="833354" y="896652"/>
                </a:cubicBezTo>
                <a:cubicBezTo>
                  <a:pt x="842676" y="905340"/>
                  <a:pt x="852642" y="913704"/>
                  <a:pt x="862594" y="920043"/>
                </a:cubicBezTo>
                <a:cubicBezTo>
                  <a:pt x="927164" y="998659"/>
                  <a:pt x="826716" y="896377"/>
                  <a:pt x="913765" y="966825"/>
                </a:cubicBezTo>
                <a:cubicBezTo>
                  <a:pt x="918784" y="974668"/>
                  <a:pt x="921501" y="983857"/>
                  <a:pt x="928386" y="990216"/>
                </a:cubicBezTo>
                <a:cubicBezTo>
                  <a:pt x="946336" y="1005533"/>
                  <a:pt x="986865" y="1029201"/>
                  <a:pt x="986866" y="1029201"/>
                </a:cubicBezTo>
                <a:cubicBezTo>
                  <a:pt x="1009826" y="1031359"/>
                  <a:pt x="1069681" y="1025706"/>
                  <a:pt x="1096518" y="1005810"/>
                </a:cubicBezTo>
                <a:cubicBezTo>
                  <a:pt x="1109427" y="995146"/>
                  <a:pt x="1116141" y="977770"/>
                  <a:pt x="1125759" y="966825"/>
                </a:cubicBezTo>
                <a:cubicBezTo>
                  <a:pt x="1136671" y="952930"/>
                  <a:pt x="1153016" y="941778"/>
                  <a:pt x="1162309" y="927840"/>
                </a:cubicBezTo>
                <a:cubicBezTo>
                  <a:pt x="1179112" y="903398"/>
                  <a:pt x="1206170" y="849870"/>
                  <a:pt x="1206170" y="849870"/>
                </a:cubicBezTo>
                <a:cubicBezTo>
                  <a:pt x="1210703" y="836459"/>
                  <a:pt x="1210307" y="824342"/>
                  <a:pt x="1213480" y="810885"/>
                </a:cubicBezTo>
                <a:cubicBezTo>
                  <a:pt x="1222822" y="778083"/>
                  <a:pt x="1232353" y="776621"/>
                  <a:pt x="1213480" y="732915"/>
                </a:cubicBezTo>
                <a:cubicBezTo>
                  <a:pt x="1208903" y="719567"/>
                  <a:pt x="1194271" y="715678"/>
                  <a:pt x="1184240" y="701728"/>
                </a:cubicBezTo>
                <a:cubicBezTo>
                  <a:pt x="1162524" y="668604"/>
                  <a:pt x="1133904" y="636042"/>
                  <a:pt x="1118449" y="592570"/>
                </a:cubicBezTo>
                <a:cubicBezTo>
                  <a:pt x="1098964" y="536734"/>
                  <a:pt x="1099290" y="531893"/>
                  <a:pt x="1074588" y="483412"/>
                </a:cubicBezTo>
                <a:cubicBezTo>
                  <a:pt x="1061196" y="462993"/>
                  <a:pt x="1046327" y="426939"/>
                  <a:pt x="1023417" y="413239"/>
                </a:cubicBezTo>
                <a:cubicBezTo>
                  <a:pt x="991260" y="391823"/>
                  <a:pt x="949107" y="375377"/>
                  <a:pt x="913765" y="374255"/>
                </a:cubicBezTo>
                <a:cubicBezTo>
                  <a:pt x="891573" y="371088"/>
                  <a:pt x="870072" y="371571"/>
                  <a:pt x="847974" y="366457"/>
                </a:cubicBezTo>
                <a:cubicBezTo>
                  <a:pt x="840349" y="363499"/>
                  <a:pt x="831298" y="364510"/>
                  <a:pt x="826044" y="358660"/>
                </a:cubicBezTo>
                <a:cubicBezTo>
                  <a:pt x="805206" y="326875"/>
                  <a:pt x="816340" y="288333"/>
                  <a:pt x="818734" y="249503"/>
                </a:cubicBezTo>
                <a:cubicBezTo>
                  <a:pt x="818986" y="230945"/>
                  <a:pt x="827468" y="210338"/>
                  <a:pt x="833354" y="194925"/>
                </a:cubicBezTo>
                <a:cubicBezTo>
                  <a:pt x="831011" y="183578"/>
                  <a:pt x="832952" y="170235"/>
                  <a:pt x="826044" y="163736"/>
                </a:cubicBezTo>
                <a:cubicBezTo>
                  <a:pt x="820409" y="157383"/>
                  <a:pt x="810751" y="160138"/>
                  <a:pt x="804113" y="155940"/>
                </a:cubicBezTo>
                <a:cubicBezTo>
                  <a:pt x="784324" y="141382"/>
                  <a:pt x="765998" y="124684"/>
                  <a:pt x="745633" y="109158"/>
                </a:cubicBezTo>
                <a:cubicBezTo>
                  <a:pt x="725443" y="88404"/>
                  <a:pt x="665551" y="51068"/>
                  <a:pt x="657911" y="38985"/>
                </a:cubicBezTo>
                <a:cubicBezTo>
                  <a:pt x="647789" y="33050"/>
                  <a:pt x="639277" y="18683"/>
                  <a:pt x="628671" y="15594"/>
                </a:cubicBezTo>
                <a:cubicBezTo>
                  <a:pt x="590675" y="3243"/>
                  <a:pt x="610897" y="9791"/>
                  <a:pt x="548259" y="0"/>
                </a:cubicBezTo>
                <a:cubicBezTo>
                  <a:pt x="514998" y="6176"/>
                  <a:pt x="498452" y="5980"/>
                  <a:pt x="467848" y="15594"/>
                </a:cubicBezTo>
                <a:cubicBezTo>
                  <a:pt x="457522" y="18111"/>
                  <a:pt x="448318" y="21338"/>
                  <a:pt x="438607" y="23391"/>
                </a:cubicBezTo>
                <a:cubicBezTo>
                  <a:pt x="432451" y="32662"/>
                  <a:pt x="425714" y="43071"/>
                  <a:pt x="423987" y="54579"/>
                </a:cubicBezTo>
                <a:cubicBezTo>
                  <a:pt x="412897" y="96842"/>
                  <a:pt x="442415" y="128424"/>
                  <a:pt x="460538" y="163736"/>
                </a:cubicBezTo>
                <a:cubicBezTo>
                  <a:pt x="464612" y="175801"/>
                  <a:pt x="467696" y="189241"/>
                  <a:pt x="475158" y="202721"/>
                </a:cubicBezTo>
                <a:cubicBezTo>
                  <a:pt x="479556" y="211375"/>
                  <a:pt x="489623" y="213504"/>
                  <a:pt x="497088" y="218315"/>
                </a:cubicBezTo>
                <a:cubicBezTo>
                  <a:pt x="499155" y="226201"/>
                  <a:pt x="504805" y="234603"/>
                  <a:pt x="504398" y="241706"/>
                </a:cubicBezTo>
                <a:cubicBezTo>
                  <a:pt x="503043" y="249690"/>
                  <a:pt x="501786" y="257754"/>
                  <a:pt x="497088" y="265097"/>
                </a:cubicBezTo>
                <a:cubicBezTo>
                  <a:pt x="478719" y="289268"/>
                  <a:pt x="452804" y="313160"/>
                  <a:pt x="423987" y="335270"/>
                </a:cubicBezTo>
                <a:cubicBezTo>
                  <a:pt x="409592" y="346017"/>
                  <a:pt x="380127" y="366457"/>
                  <a:pt x="380126" y="366457"/>
                </a:cubicBezTo>
                <a:cubicBezTo>
                  <a:pt x="375478" y="375526"/>
                  <a:pt x="372999" y="383403"/>
                  <a:pt x="365506" y="389849"/>
                </a:cubicBezTo>
                <a:cubicBezTo>
                  <a:pt x="350405" y="405341"/>
                  <a:pt x="329060" y="419585"/>
                  <a:pt x="307025" y="428834"/>
                </a:cubicBezTo>
                <a:cubicBezTo>
                  <a:pt x="296265" y="431544"/>
                  <a:pt x="288308" y="434739"/>
                  <a:pt x="277785" y="436631"/>
                </a:cubicBezTo>
                <a:cubicBezTo>
                  <a:pt x="250031" y="445351"/>
                  <a:pt x="254166" y="448367"/>
                  <a:pt x="219304" y="452224"/>
                </a:cubicBezTo>
                <a:cubicBezTo>
                  <a:pt x="185181" y="450529"/>
                  <a:pt x="151274" y="459661"/>
                  <a:pt x="109652" y="460021"/>
                </a:cubicBezTo>
                <a:cubicBezTo>
                  <a:pt x="106162" y="473444"/>
                  <a:pt x="100145" y="489988"/>
                  <a:pt x="95032" y="506803"/>
                </a:cubicBezTo>
                <a:cubicBezTo>
                  <a:pt x="94521" y="520143"/>
                  <a:pt x="90080" y="534484"/>
                  <a:pt x="87721" y="545788"/>
                </a:cubicBezTo>
                <a:cubicBezTo>
                  <a:pt x="79190" y="592094"/>
                  <a:pt x="82726" y="588197"/>
                  <a:pt x="73101" y="631555"/>
                </a:cubicBezTo>
                <a:cubicBezTo>
                  <a:pt x="66459" y="662732"/>
                  <a:pt x="70216" y="665097"/>
                  <a:pt x="43860" y="686134"/>
                </a:cubicBezTo>
                <a:cubicBezTo>
                  <a:pt x="42719" y="689316"/>
                  <a:pt x="65164" y="641912"/>
                  <a:pt x="58481" y="65494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75415 w 1578611"/>
                      <a:gd name="csY0" fmla="*/ 791852 h 1272619"/>
                      <a:gd name="csX1" fmla="*/ 18854 w 1578611"/>
                      <a:gd name="csY1" fmla="*/ 923827 h 1272619"/>
                      <a:gd name="csX2" fmla="*/ 9427 w 1578611"/>
                      <a:gd name="csY2" fmla="*/ 961535 h 1272619"/>
                      <a:gd name="csX3" fmla="*/ 0 w 1578611"/>
                      <a:gd name="csY3" fmla="*/ 989815 h 1272619"/>
                      <a:gd name="csX4" fmla="*/ 18854 w 1578611"/>
                      <a:gd name="csY4" fmla="*/ 1102937 h 1272619"/>
                      <a:gd name="csX5" fmla="*/ 56561 w 1578611"/>
                      <a:gd name="csY5" fmla="*/ 1168924 h 1272619"/>
                      <a:gd name="csX6" fmla="*/ 84842 w 1578611"/>
                      <a:gd name="csY6" fmla="*/ 1187778 h 1272619"/>
                      <a:gd name="csX7" fmla="*/ 113122 w 1578611"/>
                      <a:gd name="csY7" fmla="*/ 1216058 h 1272619"/>
                      <a:gd name="csX8" fmla="*/ 169683 w 1578611"/>
                      <a:gd name="csY8" fmla="*/ 1234912 h 1272619"/>
                      <a:gd name="csX9" fmla="*/ 226244 w 1578611"/>
                      <a:gd name="csY9" fmla="*/ 1253765 h 1272619"/>
                      <a:gd name="csX10" fmla="*/ 254524 w 1578611"/>
                      <a:gd name="csY10" fmla="*/ 1263192 h 1272619"/>
                      <a:gd name="csX11" fmla="*/ 320512 w 1578611"/>
                      <a:gd name="csY11" fmla="*/ 1272619 h 1272619"/>
                      <a:gd name="csX12" fmla="*/ 452487 w 1578611"/>
                      <a:gd name="csY12" fmla="*/ 1263192 h 1272619"/>
                      <a:gd name="csX13" fmla="*/ 490194 w 1578611"/>
                      <a:gd name="csY13" fmla="*/ 1253765 h 1272619"/>
                      <a:gd name="csX14" fmla="*/ 546755 w 1578611"/>
                      <a:gd name="csY14" fmla="*/ 1216058 h 1272619"/>
                      <a:gd name="csX15" fmla="*/ 631596 w 1578611"/>
                      <a:gd name="csY15" fmla="*/ 1140644 h 1272619"/>
                      <a:gd name="csX16" fmla="*/ 669304 w 1578611"/>
                      <a:gd name="csY16" fmla="*/ 1074656 h 1272619"/>
                      <a:gd name="csX17" fmla="*/ 716438 w 1578611"/>
                      <a:gd name="csY17" fmla="*/ 1036949 h 1272619"/>
                      <a:gd name="csX18" fmla="*/ 810706 w 1578611"/>
                      <a:gd name="csY18" fmla="*/ 1008669 h 1272619"/>
                      <a:gd name="csX19" fmla="*/ 999242 w 1578611"/>
                      <a:gd name="csY19" fmla="*/ 1027522 h 1272619"/>
                      <a:gd name="csX20" fmla="*/ 1074656 w 1578611"/>
                      <a:gd name="csY20" fmla="*/ 1084083 h 1272619"/>
                      <a:gd name="csX21" fmla="*/ 1112363 w 1578611"/>
                      <a:gd name="csY21" fmla="*/ 1112363 h 1272619"/>
                      <a:gd name="csX22" fmla="*/ 1178351 w 1578611"/>
                      <a:gd name="csY22" fmla="*/ 1168924 h 1272619"/>
                      <a:gd name="csX23" fmla="*/ 1197205 w 1578611"/>
                      <a:gd name="csY23" fmla="*/ 1197205 h 1272619"/>
                      <a:gd name="csX24" fmla="*/ 1272619 w 1578611"/>
                      <a:gd name="csY24" fmla="*/ 1244339 h 1272619"/>
                      <a:gd name="csX25" fmla="*/ 1414021 w 1578611"/>
                      <a:gd name="csY25" fmla="*/ 1216058 h 1272619"/>
                      <a:gd name="csX26" fmla="*/ 1451728 w 1578611"/>
                      <a:gd name="csY26" fmla="*/ 1168924 h 1272619"/>
                      <a:gd name="csX27" fmla="*/ 1498862 w 1578611"/>
                      <a:gd name="csY27" fmla="*/ 1121790 h 1272619"/>
                      <a:gd name="csX28" fmla="*/ 1555423 w 1578611"/>
                      <a:gd name="csY28" fmla="*/ 1027522 h 1272619"/>
                      <a:gd name="csX29" fmla="*/ 1564850 w 1578611"/>
                      <a:gd name="csY29" fmla="*/ 980388 h 1272619"/>
                      <a:gd name="csX30" fmla="*/ 1564850 w 1578611"/>
                      <a:gd name="csY30" fmla="*/ 886120 h 1272619"/>
                      <a:gd name="csX31" fmla="*/ 1527143 w 1578611"/>
                      <a:gd name="csY31" fmla="*/ 848413 h 1272619"/>
                      <a:gd name="csX32" fmla="*/ 1442302 w 1578611"/>
                      <a:gd name="csY32" fmla="*/ 716438 h 1272619"/>
                      <a:gd name="csX33" fmla="*/ 1385741 w 1578611"/>
                      <a:gd name="csY33" fmla="*/ 584462 h 1272619"/>
                      <a:gd name="csX34" fmla="*/ 1319753 w 1578611"/>
                      <a:gd name="csY34" fmla="*/ 499621 h 1272619"/>
                      <a:gd name="csX35" fmla="*/ 1178351 w 1578611"/>
                      <a:gd name="csY35" fmla="*/ 452487 h 1272619"/>
                      <a:gd name="csX36" fmla="*/ 1093510 w 1578611"/>
                      <a:gd name="csY36" fmla="*/ 443060 h 1272619"/>
                      <a:gd name="csX37" fmla="*/ 1065229 w 1578611"/>
                      <a:gd name="csY37" fmla="*/ 433633 h 1272619"/>
                      <a:gd name="csX38" fmla="*/ 1055803 w 1578611"/>
                      <a:gd name="csY38" fmla="*/ 301658 h 1272619"/>
                      <a:gd name="csX39" fmla="*/ 1074656 w 1578611"/>
                      <a:gd name="csY39" fmla="*/ 235671 h 1272619"/>
                      <a:gd name="csX40" fmla="*/ 1065229 w 1578611"/>
                      <a:gd name="csY40" fmla="*/ 197963 h 1272619"/>
                      <a:gd name="csX41" fmla="*/ 1036949 w 1578611"/>
                      <a:gd name="csY41" fmla="*/ 188537 h 1272619"/>
                      <a:gd name="csX42" fmla="*/ 961535 w 1578611"/>
                      <a:gd name="csY42" fmla="*/ 131976 h 1272619"/>
                      <a:gd name="csX43" fmla="*/ 848413 w 1578611"/>
                      <a:gd name="csY43" fmla="*/ 47135 h 1272619"/>
                      <a:gd name="csX44" fmla="*/ 810706 w 1578611"/>
                      <a:gd name="csY44" fmla="*/ 18854 h 1272619"/>
                      <a:gd name="csX45" fmla="*/ 707011 w 1578611"/>
                      <a:gd name="csY45" fmla="*/ 0 h 1272619"/>
                      <a:gd name="csX46" fmla="*/ 603316 w 1578611"/>
                      <a:gd name="csY46" fmla="*/ 18854 h 1272619"/>
                      <a:gd name="csX47" fmla="*/ 565609 w 1578611"/>
                      <a:gd name="csY47" fmla="*/ 28281 h 1272619"/>
                      <a:gd name="csX48" fmla="*/ 546755 w 1578611"/>
                      <a:gd name="csY48" fmla="*/ 65988 h 1272619"/>
                      <a:gd name="csX49" fmla="*/ 593889 w 1578611"/>
                      <a:gd name="csY49" fmla="*/ 197963 h 1272619"/>
                      <a:gd name="csX50" fmla="*/ 612743 w 1578611"/>
                      <a:gd name="csY50" fmla="*/ 245097 h 1272619"/>
                      <a:gd name="csX51" fmla="*/ 641023 w 1578611"/>
                      <a:gd name="csY51" fmla="*/ 263951 h 1272619"/>
                      <a:gd name="csX52" fmla="*/ 650450 w 1578611"/>
                      <a:gd name="csY52" fmla="*/ 292231 h 1272619"/>
                      <a:gd name="csX53" fmla="*/ 641023 w 1578611"/>
                      <a:gd name="csY53" fmla="*/ 320512 h 1272619"/>
                      <a:gd name="csX54" fmla="*/ 546755 w 1578611"/>
                      <a:gd name="csY54" fmla="*/ 405353 h 1272619"/>
                      <a:gd name="csX55" fmla="*/ 490194 w 1578611"/>
                      <a:gd name="csY55" fmla="*/ 443060 h 1272619"/>
                      <a:gd name="csX56" fmla="*/ 471341 w 1578611"/>
                      <a:gd name="csY56" fmla="*/ 471341 h 1272619"/>
                      <a:gd name="csX57" fmla="*/ 395926 w 1578611"/>
                      <a:gd name="csY57" fmla="*/ 518475 h 1272619"/>
                      <a:gd name="csX58" fmla="*/ 358219 w 1578611"/>
                      <a:gd name="csY58" fmla="*/ 527902 h 1272619"/>
                      <a:gd name="csX59" fmla="*/ 282805 w 1578611"/>
                      <a:gd name="csY59" fmla="*/ 546755 h 1272619"/>
                      <a:gd name="csX60" fmla="*/ 141403 w 1578611"/>
                      <a:gd name="csY60" fmla="*/ 556182 h 1272619"/>
                      <a:gd name="csX61" fmla="*/ 122549 w 1578611"/>
                      <a:gd name="csY61" fmla="*/ 612743 h 1272619"/>
                      <a:gd name="csX62" fmla="*/ 113122 w 1578611"/>
                      <a:gd name="csY62" fmla="*/ 659877 h 1272619"/>
                      <a:gd name="csX63" fmla="*/ 94269 w 1578611"/>
                      <a:gd name="csY63" fmla="*/ 763572 h 1272619"/>
                      <a:gd name="csX64" fmla="*/ 56561 w 1578611"/>
                      <a:gd name="csY64" fmla="*/ 829559 h 1272619"/>
                      <a:gd name="csX65" fmla="*/ 75415 w 1578611"/>
                      <a:gd name="csY65" fmla="*/ 791852 h 12726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</a:cxnLst>
                    <a:rect l="l" t="t" r="r" b="b"/>
                    <a:pathLst>
                      <a:path w="1578611" h="1272619">
                        <a:moveTo>
                          <a:pt x="75415" y="791852"/>
                        </a:moveTo>
                        <a:cubicBezTo>
                          <a:pt x="69130" y="807563"/>
                          <a:pt x="36201" y="879220"/>
                          <a:pt x="18854" y="923827"/>
                        </a:cubicBezTo>
                        <a:cubicBezTo>
                          <a:pt x="14158" y="935902"/>
                          <a:pt x="12986" y="949077"/>
                          <a:pt x="9427" y="961535"/>
                        </a:cubicBezTo>
                        <a:cubicBezTo>
                          <a:pt x="6697" y="971089"/>
                          <a:pt x="3142" y="980388"/>
                          <a:pt x="0" y="989815"/>
                        </a:cubicBezTo>
                        <a:cubicBezTo>
                          <a:pt x="5248" y="1037045"/>
                          <a:pt x="2272" y="1064245"/>
                          <a:pt x="18854" y="1102937"/>
                        </a:cubicBezTo>
                        <a:cubicBezTo>
                          <a:pt x="24398" y="1115873"/>
                          <a:pt x="44729" y="1157092"/>
                          <a:pt x="56561" y="1168924"/>
                        </a:cubicBezTo>
                        <a:cubicBezTo>
                          <a:pt x="64572" y="1176935"/>
                          <a:pt x="76138" y="1180525"/>
                          <a:pt x="84842" y="1187778"/>
                        </a:cubicBezTo>
                        <a:cubicBezTo>
                          <a:pt x="95083" y="1196312"/>
                          <a:pt x="101468" y="1209584"/>
                          <a:pt x="113122" y="1216058"/>
                        </a:cubicBezTo>
                        <a:cubicBezTo>
                          <a:pt x="130495" y="1225709"/>
                          <a:pt x="150829" y="1228627"/>
                          <a:pt x="169683" y="1234912"/>
                        </a:cubicBezTo>
                        <a:lnTo>
                          <a:pt x="226244" y="1253765"/>
                        </a:lnTo>
                        <a:cubicBezTo>
                          <a:pt x="235671" y="1256907"/>
                          <a:pt x="244687" y="1261787"/>
                          <a:pt x="254524" y="1263192"/>
                        </a:cubicBezTo>
                        <a:lnTo>
                          <a:pt x="320512" y="1272619"/>
                        </a:lnTo>
                        <a:cubicBezTo>
                          <a:pt x="364504" y="1269477"/>
                          <a:pt x="408653" y="1268063"/>
                          <a:pt x="452487" y="1263192"/>
                        </a:cubicBezTo>
                        <a:cubicBezTo>
                          <a:pt x="465364" y="1261761"/>
                          <a:pt x="478606" y="1259559"/>
                          <a:pt x="490194" y="1253765"/>
                        </a:cubicBezTo>
                        <a:cubicBezTo>
                          <a:pt x="510461" y="1243631"/>
                          <a:pt x="527901" y="1228627"/>
                          <a:pt x="546755" y="1216058"/>
                        </a:cubicBezTo>
                        <a:cubicBezTo>
                          <a:pt x="576645" y="1196132"/>
                          <a:pt x="615449" y="1172936"/>
                          <a:pt x="631596" y="1140644"/>
                        </a:cubicBezTo>
                        <a:cubicBezTo>
                          <a:pt x="638989" y="1125858"/>
                          <a:pt x="655980" y="1087980"/>
                          <a:pt x="669304" y="1074656"/>
                        </a:cubicBezTo>
                        <a:cubicBezTo>
                          <a:pt x="683531" y="1060429"/>
                          <a:pt x="699185" y="1047301"/>
                          <a:pt x="716438" y="1036949"/>
                        </a:cubicBezTo>
                        <a:cubicBezTo>
                          <a:pt x="747446" y="1018344"/>
                          <a:pt x="776334" y="1015543"/>
                          <a:pt x="810706" y="1008669"/>
                        </a:cubicBezTo>
                        <a:cubicBezTo>
                          <a:pt x="825108" y="1009777"/>
                          <a:pt x="963362" y="1017736"/>
                          <a:pt x="999242" y="1027522"/>
                        </a:cubicBezTo>
                        <a:cubicBezTo>
                          <a:pt x="1040436" y="1038757"/>
                          <a:pt x="1042712" y="1056132"/>
                          <a:pt x="1074656" y="1084083"/>
                        </a:cubicBezTo>
                        <a:cubicBezTo>
                          <a:pt x="1086480" y="1094429"/>
                          <a:pt x="1100434" y="1102138"/>
                          <a:pt x="1112363" y="1112363"/>
                        </a:cubicBezTo>
                        <a:cubicBezTo>
                          <a:pt x="1204273" y="1191143"/>
                          <a:pt x="1068086" y="1086226"/>
                          <a:pt x="1178351" y="1168924"/>
                        </a:cubicBezTo>
                        <a:cubicBezTo>
                          <a:pt x="1184636" y="1178351"/>
                          <a:pt x="1188358" y="1190127"/>
                          <a:pt x="1197205" y="1197205"/>
                        </a:cubicBezTo>
                        <a:cubicBezTo>
                          <a:pt x="1220353" y="1215724"/>
                          <a:pt x="1272619" y="1244339"/>
                          <a:pt x="1272619" y="1244339"/>
                        </a:cubicBezTo>
                        <a:cubicBezTo>
                          <a:pt x="1304199" y="1241181"/>
                          <a:pt x="1380180" y="1242379"/>
                          <a:pt x="1414021" y="1216058"/>
                        </a:cubicBezTo>
                        <a:cubicBezTo>
                          <a:pt x="1429903" y="1203705"/>
                          <a:pt x="1438268" y="1183879"/>
                          <a:pt x="1451728" y="1168924"/>
                        </a:cubicBezTo>
                        <a:cubicBezTo>
                          <a:pt x="1466592" y="1152409"/>
                          <a:pt x="1485722" y="1139708"/>
                          <a:pt x="1498862" y="1121790"/>
                        </a:cubicBezTo>
                        <a:cubicBezTo>
                          <a:pt x="1520532" y="1092239"/>
                          <a:pt x="1555423" y="1027522"/>
                          <a:pt x="1555423" y="1027522"/>
                        </a:cubicBezTo>
                        <a:cubicBezTo>
                          <a:pt x="1558565" y="1011811"/>
                          <a:pt x="1560964" y="995932"/>
                          <a:pt x="1564850" y="980388"/>
                        </a:cubicBezTo>
                        <a:cubicBezTo>
                          <a:pt x="1574899" y="940192"/>
                          <a:pt x="1590003" y="941456"/>
                          <a:pt x="1564850" y="886120"/>
                        </a:cubicBezTo>
                        <a:cubicBezTo>
                          <a:pt x="1557495" y="869938"/>
                          <a:pt x="1537550" y="862823"/>
                          <a:pt x="1527143" y="848413"/>
                        </a:cubicBezTo>
                        <a:cubicBezTo>
                          <a:pt x="1496523" y="806016"/>
                          <a:pt x="1460665" y="765406"/>
                          <a:pt x="1442302" y="716438"/>
                        </a:cubicBezTo>
                        <a:cubicBezTo>
                          <a:pt x="1416885" y="648660"/>
                          <a:pt x="1417968" y="643545"/>
                          <a:pt x="1385741" y="584462"/>
                        </a:cubicBezTo>
                        <a:cubicBezTo>
                          <a:pt x="1370995" y="557427"/>
                          <a:pt x="1348413" y="515998"/>
                          <a:pt x="1319753" y="499621"/>
                        </a:cubicBezTo>
                        <a:cubicBezTo>
                          <a:pt x="1276888" y="475127"/>
                          <a:pt x="1227292" y="459479"/>
                          <a:pt x="1178351" y="452487"/>
                        </a:cubicBezTo>
                        <a:cubicBezTo>
                          <a:pt x="1150183" y="448463"/>
                          <a:pt x="1121790" y="446202"/>
                          <a:pt x="1093510" y="443060"/>
                        </a:cubicBezTo>
                        <a:cubicBezTo>
                          <a:pt x="1084083" y="439918"/>
                          <a:pt x="1071005" y="441719"/>
                          <a:pt x="1065229" y="433633"/>
                        </a:cubicBezTo>
                        <a:cubicBezTo>
                          <a:pt x="1035077" y="391421"/>
                          <a:pt x="1048102" y="347864"/>
                          <a:pt x="1055803" y="301658"/>
                        </a:cubicBezTo>
                        <a:cubicBezTo>
                          <a:pt x="1059750" y="277978"/>
                          <a:pt x="1067183" y="258090"/>
                          <a:pt x="1074656" y="235671"/>
                        </a:cubicBezTo>
                        <a:cubicBezTo>
                          <a:pt x="1071514" y="223102"/>
                          <a:pt x="1073323" y="208080"/>
                          <a:pt x="1065229" y="197963"/>
                        </a:cubicBezTo>
                        <a:cubicBezTo>
                          <a:pt x="1059022" y="190204"/>
                          <a:pt x="1045332" y="193872"/>
                          <a:pt x="1036949" y="188537"/>
                        </a:cubicBezTo>
                        <a:cubicBezTo>
                          <a:pt x="1010439" y="171667"/>
                          <a:pt x="986673" y="150830"/>
                          <a:pt x="961535" y="131976"/>
                        </a:cubicBezTo>
                        <a:lnTo>
                          <a:pt x="848413" y="47135"/>
                        </a:lnTo>
                        <a:cubicBezTo>
                          <a:pt x="835844" y="37708"/>
                          <a:pt x="825611" y="23822"/>
                          <a:pt x="810706" y="18854"/>
                        </a:cubicBezTo>
                        <a:cubicBezTo>
                          <a:pt x="758391" y="1416"/>
                          <a:pt x="792285" y="10660"/>
                          <a:pt x="707011" y="0"/>
                        </a:cubicBezTo>
                        <a:cubicBezTo>
                          <a:pt x="666080" y="6822"/>
                          <a:pt x="642842" y="10070"/>
                          <a:pt x="603316" y="18854"/>
                        </a:cubicBezTo>
                        <a:cubicBezTo>
                          <a:pt x="590669" y="21665"/>
                          <a:pt x="578178" y="25139"/>
                          <a:pt x="565609" y="28281"/>
                        </a:cubicBezTo>
                        <a:cubicBezTo>
                          <a:pt x="559324" y="40850"/>
                          <a:pt x="548153" y="52005"/>
                          <a:pt x="546755" y="65988"/>
                        </a:cubicBezTo>
                        <a:cubicBezTo>
                          <a:pt x="541563" y="117902"/>
                          <a:pt x="575923" y="153050"/>
                          <a:pt x="593889" y="197963"/>
                        </a:cubicBezTo>
                        <a:cubicBezTo>
                          <a:pt x="600174" y="213674"/>
                          <a:pt x="602908" y="231327"/>
                          <a:pt x="612743" y="245097"/>
                        </a:cubicBezTo>
                        <a:cubicBezTo>
                          <a:pt x="619328" y="254316"/>
                          <a:pt x="631596" y="257666"/>
                          <a:pt x="641023" y="263951"/>
                        </a:cubicBezTo>
                        <a:cubicBezTo>
                          <a:pt x="644165" y="273378"/>
                          <a:pt x="650450" y="282294"/>
                          <a:pt x="650450" y="292231"/>
                        </a:cubicBezTo>
                        <a:cubicBezTo>
                          <a:pt x="650450" y="302168"/>
                          <a:pt x="647124" y="312668"/>
                          <a:pt x="641023" y="320512"/>
                        </a:cubicBezTo>
                        <a:cubicBezTo>
                          <a:pt x="614915" y="354079"/>
                          <a:pt x="581302" y="381170"/>
                          <a:pt x="546755" y="405353"/>
                        </a:cubicBezTo>
                        <a:cubicBezTo>
                          <a:pt x="528192" y="418347"/>
                          <a:pt x="490194" y="443060"/>
                          <a:pt x="490194" y="443060"/>
                        </a:cubicBezTo>
                        <a:cubicBezTo>
                          <a:pt x="483910" y="452487"/>
                          <a:pt x="480188" y="464263"/>
                          <a:pt x="471341" y="471341"/>
                        </a:cubicBezTo>
                        <a:cubicBezTo>
                          <a:pt x="448193" y="489860"/>
                          <a:pt x="424685" y="511285"/>
                          <a:pt x="395926" y="518475"/>
                        </a:cubicBezTo>
                        <a:cubicBezTo>
                          <a:pt x="383357" y="521617"/>
                          <a:pt x="370676" y="524343"/>
                          <a:pt x="358219" y="527902"/>
                        </a:cubicBezTo>
                        <a:cubicBezTo>
                          <a:pt x="322588" y="538082"/>
                          <a:pt x="327026" y="542333"/>
                          <a:pt x="282805" y="546755"/>
                        </a:cubicBezTo>
                        <a:cubicBezTo>
                          <a:pt x="235801" y="551456"/>
                          <a:pt x="188537" y="553040"/>
                          <a:pt x="141403" y="556182"/>
                        </a:cubicBezTo>
                        <a:cubicBezTo>
                          <a:pt x="135118" y="575036"/>
                          <a:pt x="126447" y="593255"/>
                          <a:pt x="122549" y="612743"/>
                        </a:cubicBezTo>
                        <a:cubicBezTo>
                          <a:pt x="119407" y="628454"/>
                          <a:pt x="115988" y="644113"/>
                          <a:pt x="113122" y="659877"/>
                        </a:cubicBezTo>
                        <a:cubicBezTo>
                          <a:pt x="102893" y="716134"/>
                          <a:pt x="105907" y="711199"/>
                          <a:pt x="94269" y="763572"/>
                        </a:cubicBezTo>
                        <a:cubicBezTo>
                          <a:pt x="85723" y="802031"/>
                          <a:pt x="89770" y="804653"/>
                          <a:pt x="56561" y="829559"/>
                        </a:cubicBezTo>
                        <a:cubicBezTo>
                          <a:pt x="54047" y="831444"/>
                          <a:pt x="81700" y="776141"/>
                          <a:pt x="75415" y="791852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  <a:effectLst>
            <a:outerShdw blurRad="214292" dist="86235" dir="3240000" algn="ctr" rotWithShape="0">
              <a:schemeClr val="tx1">
                <a:alpha val="91136"/>
              </a:schemeClr>
            </a:outerShdw>
            <a:reflection stA="0" endPos="64000" dist="50800" dir="5400000" sy="-100000" algn="bl" rotWithShape="0"/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dkEdge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latin typeface="+mj-ea"/>
              <a:ea typeface="+mj-ea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C1B79A-84B3-CC06-1FC8-7E4A4E8014D7}"/>
              </a:ext>
            </a:extLst>
          </p:cNvPr>
          <p:cNvCxnSpPr>
            <a:cxnSpLocks/>
          </p:cNvCxnSpPr>
          <p:nvPr/>
        </p:nvCxnSpPr>
        <p:spPr>
          <a:xfrm flipH="1">
            <a:off x="9974064" y="2821985"/>
            <a:ext cx="352578" cy="0"/>
          </a:xfrm>
          <a:prstGeom prst="line">
            <a:avLst/>
          </a:prstGeom>
          <a:ln w="15875">
            <a:solidFill>
              <a:schemeClr val="accent1">
                <a:shade val="15000"/>
              </a:schemeClr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E04DDF4-52D7-536E-706B-B8C1B2EB7572}"/>
              </a:ext>
            </a:extLst>
          </p:cNvPr>
          <p:cNvSpPr txBox="1"/>
          <p:nvPr/>
        </p:nvSpPr>
        <p:spPr>
          <a:xfrm>
            <a:off x="10042151" y="3276205"/>
            <a:ext cx="1947325" cy="646331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j-ea"/>
                <a:ea typeface="+mj-ea"/>
              </a:rPr>
              <a:t>눈 </a:t>
            </a:r>
            <a:r>
              <a:rPr lang="ko-KR" altLang="en-US" dirty="0" err="1">
                <a:latin typeface="+mj-ea"/>
                <a:ea typeface="+mj-ea"/>
              </a:rPr>
              <a:t>아티팩트가</a:t>
            </a:r>
            <a:endParaRPr lang="en-US" altLang="ko-KR" dirty="0">
              <a:latin typeface="+mj-ea"/>
              <a:ea typeface="+mj-ea"/>
            </a:endParaRPr>
          </a:p>
          <a:p>
            <a:pPr algn="ctr"/>
            <a:r>
              <a:rPr lang="ko-KR" altLang="en-US" dirty="0">
                <a:latin typeface="+mj-ea"/>
                <a:ea typeface="+mj-ea"/>
              </a:rPr>
              <a:t>제거된 </a:t>
            </a:r>
            <a:r>
              <a:rPr lang="en-US" altLang="ko-KR" dirty="0">
                <a:latin typeface="+mj-ea"/>
                <a:ea typeface="+mj-ea"/>
              </a:rPr>
              <a:t>3D </a:t>
            </a:r>
            <a:r>
              <a:rPr lang="ko-KR" altLang="en-US" dirty="0">
                <a:latin typeface="+mj-ea"/>
                <a:ea typeface="+mj-ea"/>
              </a:rPr>
              <a:t>장면</a:t>
            </a:r>
            <a:endParaRPr lang="en-KR" dirty="0">
              <a:latin typeface="+mj-ea"/>
              <a:ea typeface="+mj-ea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947D400-EE37-214F-B39A-1F5E5B539A62}"/>
              </a:ext>
            </a:extLst>
          </p:cNvPr>
          <p:cNvSpPr/>
          <p:nvPr/>
        </p:nvSpPr>
        <p:spPr>
          <a:xfrm>
            <a:off x="7642135" y="2951809"/>
            <a:ext cx="2184199" cy="1212979"/>
          </a:xfrm>
          <a:prstGeom prst="roundRect">
            <a:avLst>
              <a:gd name="adj" fmla="val 16369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+mj-ea"/>
                <a:ea typeface="+mj-ea"/>
              </a:rPr>
              <a:t>LongSplat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3D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장면 재구성</a:t>
            </a:r>
            <a:endParaRPr lang="en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2544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55</Words>
  <Application>Microsoft Macintosh PowerPoint</Application>
  <PresentationFormat>Custom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3417</dc:creator>
  <cp:lastModifiedBy>Yoonho Lee</cp:lastModifiedBy>
  <cp:revision>7</cp:revision>
  <dcterms:created xsi:type="dcterms:W3CDTF">2025-11-13T02:46:00Z</dcterms:created>
  <dcterms:modified xsi:type="dcterms:W3CDTF">2026-04-23T04:32:55Z</dcterms:modified>
</cp:coreProperties>
</file>