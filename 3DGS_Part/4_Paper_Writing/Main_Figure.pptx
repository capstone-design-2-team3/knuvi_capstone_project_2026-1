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180006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93A9"/>
    <a:srgbClr val="C5DBF5"/>
    <a:srgbClr val="156082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6"/>
    <p:restoredTop sz="94762"/>
  </p:normalViewPr>
  <p:slideViewPr>
    <p:cSldViewPr snapToGrid="0">
      <p:cViewPr>
        <p:scale>
          <a:sx n="66" d="100"/>
          <a:sy n="66" d="100"/>
        </p:scale>
        <p:origin x="144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51BB9A-ABB7-214B-8D88-9F0686B28E4B}" type="datetimeFigureOut">
              <a:rPr lang="en-KR" smtClean="0"/>
              <a:t>3/27/26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AD58A-DF43-014F-869C-1B0B3401DCF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18411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29995" rtl="0" eaLnBrk="1" latinLnBrk="0" hangingPunct="1">
      <a:defRPr sz="1745" kern="1200">
        <a:solidFill>
          <a:schemeClr val="tx1"/>
        </a:solidFill>
        <a:latin typeface="+mn-lt"/>
        <a:ea typeface="+mn-ea"/>
        <a:cs typeface="+mn-cs"/>
      </a:defRPr>
    </a:lvl1pPr>
    <a:lvl2pPr marL="664997" algn="l" defTabSz="1329995" rtl="0" eaLnBrk="1" latinLnBrk="0" hangingPunct="1">
      <a:defRPr sz="1745" kern="1200">
        <a:solidFill>
          <a:schemeClr val="tx1"/>
        </a:solidFill>
        <a:latin typeface="+mn-lt"/>
        <a:ea typeface="+mn-ea"/>
        <a:cs typeface="+mn-cs"/>
      </a:defRPr>
    </a:lvl2pPr>
    <a:lvl3pPr marL="1329995" algn="l" defTabSz="1329995" rtl="0" eaLnBrk="1" latinLnBrk="0" hangingPunct="1">
      <a:defRPr sz="1745" kern="1200">
        <a:solidFill>
          <a:schemeClr val="tx1"/>
        </a:solidFill>
        <a:latin typeface="+mn-lt"/>
        <a:ea typeface="+mn-ea"/>
        <a:cs typeface="+mn-cs"/>
      </a:defRPr>
    </a:lvl3pPr>
    <a:lvl4pPr marL="1994992" algn="l" defTabSz="1329995" rtl="0" eaLnBrk="1" latinLnBrk="0" hangingPunct="1">
      <a:defRPr sz="1745" kern="1200">
        <a:solidFill>
          <a:schemeClr val="tx1"/>
        </a:solidFill>
        <a:latin typeface="+mn-lt"/>
        <a:ea typeface="+mn-ea"/>
        <a:cs typeface="+mn-cs"/>
      </a:defRPr>
    </a:lvl4pPr>
    <a:lvl5pPr marL="2659990" algn="l" defTabSz="1329995" rtl="0" eaLnBrk="1" latinLnBrk="0" hangingPunct="1">
      <a:defRPr sz="1745" kern="1200">
        <a:solidFill>
          <a:schemeClr val="tx1"/>
        </a:solidFill>
        <a:latin typeface="+mn-lt"/>
        <a:ea typeface="+mn-ea"/>
        <a:cs typeface="+mn-cs"/>
      </a:defRPr>
    </a:lvl5pPr>
    <a:lvl6pPr marL="3324987" algn="l" defTabSz="1329995" rtl="0" eaLnBrk="1" latinLnBrk="0" hangingPunct="1">
      <a:defRPr sz="1745" kern="1200">
        <a:solidFill>
          <a:schemeClr val="tx1"/>
        </a:solidFill>
        <a:latin typeface="+mn-lt"/>
        <a:ea typeface="+mn-ea"/>
        <a:cs typeface="+mn-cs"/>
      </a:defRPr>
    </a:lvl6pPr>
    <a:lvl7pPr marL="3989984" algn="l" defTabSz="1329995" rtl="0" eaLnBrk="1" latinLnBrk="0" hangingPunct="1">
      <a:defRPr sz="1745" kern="1200">
        <a:solidFill>
          <a:schemeClr val="tx1"/>
        </a:solidFill>
        <a:latin typeface="+mn-lt"/>
        <a:ea typeface="+mn-ea"/>
        <a:cs typeface="+mn-cs"/>
      </a:defRPr>
    </a:lvl7pPr>
    <a:lvl8pPr marL="4654982" algn="l" defTabSz="1329995" rtl="0" eaLnBrk="1" latinLnBrk="0" hangingPunct="1">
      <a:defRPr sz="1745" kern="1200">
        <a:solidFill>
          <a:schemeClr val="tx1"/>
        </a:solidFill>
        <a:latin typeface="+mn-lt"/>
        <a:ea typeface="+mn-ea"/>
        <a:cs typeface="+mn-cs"/>
      </a:defRPr>
    </a:lvl8pPr>
    <a:lvl9pPr marL="5319979" algn="l" defTabSz="1329995" rtl="0" eaLnBrk="1" latinLnBrk="0" hangingPunct="1">
      <a:defRPr sz="174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AD58A-DF43-014F-869C-1B0B3401DCF7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04293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3/27/26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27361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3/27/26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60618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82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82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3/27/26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07123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3/27/26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31030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3/27/26</a:t>
            </a:fld>
            <a:endParaRPr lang="en-K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8189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3/27/26</a:t>
            </a:fld>
            <a:endParaRPr lang="en-K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25073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3/27/26</a:t>
            </a:fld>
            <a:endParaRPr lang="en-K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93289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3/27/26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97848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3/27/26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13381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3/27/26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44486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3/27/26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2947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461ADD-52D3-324D-801D-FF866F3D6785}" type="datetimeFigureOut">
              <a:rPr lang="en-KR" smtClean="0"/>
              <a:t>3/27/26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07261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BDC9B69-B607-FA40-20DF-18A0EC2CDD4C}"/>
              </a:ext>
            </a:extLst>
          </p:cNvPr>
          <p:cNvGrpSpPr/>
          <p:nvPr/>
        </p:nvGrpSpPr>
        <p:grpSpPr>
          <a:xfrm>
            <a:off x="523145" y="537580"/>
            <a:ext cx="2973206" cy="3031274"/>
            <a:chOff x="410288" y="517176"/>
            <a:chExt cx="1920890" cy="193936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61ECA4C-6A99-C5FE-9722-5A9AE563998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10288" y="517176"/>
              <a:ext cx="1920890" cy="1939368"/>
              <a:chOff x="6253697" y="645428"/>
              <a:chExt cx="2286589" cy="2308585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19152E6-F140-9B56-1BD1-1717D7D80D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00918" y="645428"/>
                <a:ext cx="1939368" cy="19393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5875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2126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7DDA1ED-5985-D509-C89C-92F5821ECFA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83083" y="772691"/>
                <a:ext cx="1939368" cy="19393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5875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2126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65A5E0E-02EC-BB8B-A219-8FC8670D11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68390" y="893668"/>
                <a:ext cx="1939368" cy="19393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5875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2126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4C710B7-0090-0AB8-15B9-E53FB35B4AC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53697" y="1014645"/>
                <a:ext cx="1939368" cy="19393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5875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2126" dirty="0"/>
              </a:p>
            </p:txBody>
          </p:sp>
        </p:grp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868E801-D99B-6841-4E88-CB1169372162}"/>
                </a:ext>
              </a:extLst>
            </p:cNvPr>
            <p:cNvSpPr/>
            <p:nvPr/>
          </p:nvSpPr>
          <p:spPr>
            <a:xfrm>
              <a:off x="635302" y="1148931"/>
              <a:ext cx="1179170" cy="999195"/>
            </a:xfrm>
            <a:custGeom>
              <a:avLst/>
              <a:gdLst>
                <a:gd name="csX0" fmla="*/ 87193 w 1825152"/>
                <a:gd name="csY0" fmla="*/ 971763 h 1561763"/>
                <a:gd name="csX1" fmla="*/ 21798 w 1825152"/>
                <a:gd name="csY1" fmla="*/ 1133724 h 1561763"/>
                <a:gd name="csX2" fmla="*/ 10899 w 1825152"/>
                <a:gd name="csY2" fmla="*/ 1179999 h 1561763"/>
                <a:gd name="csX3" fmla="*/ 0 w 1825152"/>
                <a:gd name="csY3" fmla="*/ 1214704 h 1561763"/>
                <a:gd name="csX4" fmla="*/ 21798 w 1825152"/>
                <a:gd name="csY4" fmla="*/ 1353528 h 1561763"/>
                <a:gd name="csX5" fmla="*/ 65394 w 1825152"/>
                <a:gd name="csY5" fmla="*/ 1434508 h 1561763"/>
                <a:gd name="csX6" fmla="*/ 98092 w 1825152"/>
                <a:gd name="csY6" fmla="*/ 1457645 h 1561763"/>
                <a:gd name="csX7" fmla="*/ 130788 w 1825152"/>
                <a:gd name="csY7" fmla="*/ 1492351 h 1561763"/>
                <a:gd name="csX8" fmla="*/ 196183 w 1825152"/>
                <a:gd name="csY8" fmla="*/ 1515488 h 1561763"/>
                <a:gd name="csX9" fmla="*/ 261577 w 1825152"/>
                <a:gd name="csY9" fmla="*/ 1538625 h 1561763"/>
                <a:gd name="csX10" fmla="*/ 294274 w 1825152"/>
                <a:gd name="csY10" fmla="*/ 1550194 h 1561763"/>
                <a:gd name="csX11" fmla="*/ 370568 w 1825152"/>
                <a:gd name="csY11" fmla="*/ 1561763 h 1561763"/>
                <a:gd name="csX12" fmla="*/ 523154 w 1825152"/>
                <a:gd name="csY12" fmla="*/ 1550194 h 1561763"/>
                <a:gd name="csX13" fmla="*/ 566750 w 1825152"/>
                <a:gd name="csY13" fmla="*/ 1538625 h 1561763"/>
                <a:gd name="csX14" fmla="*/ 632144 w 1825152"/>
                <a:gd name="csY14" fmla="*/ 1492351 h 1561763"/>
                <a:gd name="csX15" fmla="*/ 730236 w 1825152"/>
                <a:gd name="csY15" fmla="*/ 1399802 h 1561763"/>
                <a:gd name="csX16" fmla="*/ 773833 w 1825152"/>
                <a:gd name="csY16" fmla="*/ 1318822 h 1561763"/>
                <a:gd name="csX17" fmla="*/ 828328 w 1825152"/>
                <a:gd name="csY17" fmla="*/ 1272547 h 1561763"/>
                <a:gd name="csX18" fmla="*/ 937318 w 1825152"/>
                <a:gd name="csY18" fmla="*/ 1237842 h 1561763"/>
                <a:gd name="csX19" fmla="*/ 1155299 w 1825152"/>
                <a:gd name="csY19" fmla="*/ 1260979 h 1561763"/>
                <a:gd name="csX20" fmla="*/ 1242491 w 1825152"/>
                <a:gd name="csY20" fmla="*/ 1330390 h 1561763"/>
                <a:gd name="csX21" fmla="*/ 1286087 w 1825152"/>
                <a:gd name="csY21" fmla="*/ 1365096 h 1561763"/>
                <a:gd name="csX22" fmla="*/ 1362381 w 1825152"/>
                <a:gd name="csY22" fmla="*/ 1434508 h 1561763"/>
                <a:gd name="csX23" fmla="*/ 1384179 w 1825152"/>
                <a:gd name="csY23" fmla="*/ 1469214 h 1561763"/>
                <a:gd name="csX24" fmla="*/ 1471371 w 1825152"/>
                <a:gd name="csY24" fmla="*/ 1527057 h 1561763"/>
                <a:gd name="csX25" fmla="*/ 1634857 w 1825152"/>
                <a:gd name="csY25" fmla="*/ 1492351 h 1561763"/>
                <a:gd name="csX26" fmla="*/ 1678452 w 1825152"/>
                <a:gd name="csY26" fmla="*/ 1434508 h 1561763"/>
                <a:gd name="csX27" fmla="*/ 1732948 w 1825152"/>
                <a:gd name="csY27" fmla="*/ 1376665 h 1561763"/>
                <a:gd name="csX28" fmla="*/ 1798342 w 1825152"/>
                <a:gd name="csY28" fmla="*/ 1260979 h 1561763"/>
                <a:gd name="csX29" fmla="*/ 1809241 w 1825152"/>
                <a:gd name="csY29" fmla="*/ 1203135 h 1561763"/>
                <a:gd name="csX30" fmla="*/ 1809241 w 1825152"/>
                <a:gd name="csY30" fmla="*/ 1087449 h 1561763"/>
                <a:gd name="csX31" fmla="*/ 1765645 w 1825152"/>
                <a:gd name="csY31" fmla="*/ 1041175 h 1561763"/>
                <a:gd name="csX32" fmla="*/ 1667554 w 1825152"/>
                <a:gd name="csY32" fmla="*/ 879215 h 1561763"/>
                <a:gd name="csX33" fmla="*/ 1602160 w 1825152"/>
                <a:gd name="csY33" fmla="*/ 717254 h 1561763"/>
                <a:gd name="csX34" fmla="*/ 1525866 w 1825152"/>
                <a:gd name="csY34" fmla="*/ 613136 h 1561763"/>
                <a:gd name="csX35" fmla="*/ 1362381 w 1825152"/>
                <a:gd name="csY35" fmla="*/ 555293 h 1561763"/>
                <a:gd name="csX36" fmla="*/ 1264289 w 1825152"/>
                <a:gd name="csY36" fmla="*/ 543724 h 1561763"/>
                <a:gd name="csX37" fmla="*/ 1231592 w 1825152"/>
                <a:gd name="csY37" fmla="*/ 532156 h 1561763"/>
                <a:gd name="csX38" fmla="*/ 1220693 w 1825152"/>
                <a:gd name="csY38" fmla="*/ 370195 h 1561763"/>
                <a:gd name="csX39" fmla="*/ 1242491 w 1825152"/>
                <a:gd name="csY39" fmla="*/ 289216 h 1561763"/>
                <a:gd name="csX40" fmla="*/ 1231592 w 1825152"/>
                <a:gd name="csY40" fmla="*/ 242940 h 1561763"/>
                <a:gd name="csX41" fmla="*/ 1198895 w 1825152"/>
                <a:gd name="csY41" fmla="*/ 231373 h 1561763"/>
                <a:gd name="csX42" fmla="*/ 1111703 w 1825152"/>
                <a:gd name="csY42" fmla="*/ 161961 h 1561763"/>
                <a:gd name="csX43" fmla="*/ 980914 w 1825152"/>
                <a:gd name="csY43" fmla="*/ 57844 h 1561763"/>
                <a:gd name="csX44" fmla="*/ 937318 w 1825152"/>
                <a:gd name="csY44" fmla="*/ 23137 h 1561763"/>
                <a:gd name="csX45" fmla="*/ 817429 w 1825152"/>
                <a:gd name="csY45" fmla="*/ 0 h 1561763"/>
                <a:gd name="csX46" fmla="*/ 697539 w 1825152"/>
                <a:gd name="csY46" fmla="*/ 23137 h 1561763"/>
                <a:gd name="csX47" fmla="*/ 653943 w 1825152"/>
                <a:gd name="csY47" fmla="*/ 34706 h 1561763"/>
                <a:gd name="csX48" fmla="*/ 632144 w 1825152"/>
                <a:gd name="csY48" fmla="*/ 80980 h 1561763"/>
                <a:gd name="csX49" fmla="*/ 686640 w 1825152"/>
                <a:gd name="csY49" fmla="*/ 242940 h 1561763"/>
                <a:gd name="csX50" fmla="*/ 708438 w 1825152"/>
                <a:gd name="csY50" fmla="*/ 300783 h 1561763"/>
                <a:gd name="csX51" fmla="*/ 741135 w 1825152"/>
                <a:gd name="csY51" fmla="*/ 323921 h 1561763"/>
                <a:gd name="csX52" fmla="*/ 752034 w 1825152"/>
                <a:gd name="csY52" fmla="*/ 358627 h 1561763"/>
                <a:gd name="csX53" fmla="*/ 741135 w 1825152"/>
                <a:gd name="csY53" fmla="*/ 393333 h 1561763"/>
                <a:gd name="csX54" fmla="*/ 632144 w 1825152"/>
                <a:gd name="csY54" fmla="*/ 497450 h 1561763"/>
                <a:gd name="csX55" fmla="*/ 566750 w 1825152"/>
                <a:gd name="csY55" fmla="*/ 543724 h 1561763"/>
                <a:gd name="csX56" fmla="*/ 544953 w 1825152"/>
                <a:gd name="csY56" fmla="*/ 578431 h 1561763"/>
                <a:gd name="csX57" fmla="*/ 457760 w 1825152"/>
                <a:gd name="csY57" fmla="*/ 636274 h 1561763"/>
                <a:gd name="csX58" fmla="*/ 414164 w 1825152"/>
                <a:gd name="csY58" fmla="*/ 647843 h 1561763"/>
                <a:gd name="csX59" fmla="*/ 326972 w 1825152"/>
                <a:gd name="csY59" fmla="*/ 670979 h 1561763"/>
                <a:gd name="csX60" fmla="*/ 163486 w 1825152"/>
                <a:gd name="csY60" fmla="*/ 682548 h 1561763"/>
                <a:gd name="csX61" fmla="*/ 141688 w 1825152"/>
                <a:gd name="csY61" fmla="*/ 751960 h 1561763"/>
                <a:gd name="csX62" fmla="*/ 130788 w 1825152"/>
                <a:gd name="csY62" fmla="*/ 809803 h 1561763"/>
                <a:gd name="csX63" fmla="*/ 108991 w 1825152"/>
                <a:gd name="csY63" fmla="*/ 937058 h 1561763"/>
                <a:gd name="csX64" fmla="*/ 65394 w 1825152"/>
                <a:gd name="csY64" fmla="*/ 1018038 h 1561763"/>
                <a:gd name="csX65" fmla="*/ 87193 w 1825152"/>
                <a:gd name="csY65" fmla="*/ 971763 h 15617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</a:cxnLst>
              <a:rect l="l" t="t" r="r" b="b"/>
              <a:pathLst>
                <a:path w="1825152" h="1561763" fill="none" extrusionOk="0">
                  <a:moveTo>
                    <a:pt x="87193" y="971763"/>
                  </a:moveTo>
                  <a:cubicBezTo>
                    <a:pt x="84492" y="986363"/>
                    <a:pt x="42357" y="1077804"/>
                    <a:pt x="21798" y="1133724"/>
                  </a:cubicBezTo>
                  <a:cubicBezTo>
                    <a:pt x="17846" y="1149210"/>
                    <a:pt x="16864" y="1163108"/>
                    <a:pt x="10899" y="1179999"/>
                  </a:cubicBezTo>
                  <a:cubicBezTo>
                    <a:pt x="9665" y="1192401"/>
                    <a:pt x="3935" y="1201338"/>
                    <a:pt x="0" y="1214704"/>
                  </a:cubicBezTo>
                  <a:cubicBezTo>
                    <a:pt x="5269" y="1270903"/>
                    <a:pt x="2732" y="1306839"/>
                    <a:pt x="21798" y="1353528"/>
                  </a:cubicBezTo>
                  <a:cubicBezTo>
                    <a:pt x="25151" y="1368671"/>
                    <a:pt x="51657" y="1418423"/>
                    <a:pt x="65394" y="1434508"/>
                  </a:cubicBezTo>
                  <a:cubicBezTo>
                    <a:pt x="73516" y="1443350"/>
                    <a:pt x="86577" y="1450452"/>
                    <a:pt x="98092" y="1457645"/>
                  </a:cubicBezTo>
                  <a:cubicBezTo>
                    <a:pt x="111719" y="1469189"/>
                    <a:pt x="119747" y="1484056"/>
                    <a:pt x="130788" y="1492351"/>
                  </a:cubicBezTo>
                  <a:cubicBezTo>
                    <a:pt x="152775" y="1505018"/>
                    <a:pt x="177886" y="1510036"/>
                    <a:pt x="196183" y="1515488"/>
                  </a:cubicBezTo>
                  <a:cubicBezTo>
                    <a:pt x="219526" y="1526463"/>
                    <a:pt x="247399" y="1530467"/>
                    <a:pt x="261577" y="1538625"/>
                  </a:cubicBezTo>
                  <a:cubicBezTo>
                    <a:pt x="270944" y="1541762"/>
                    <a:pt x="282552" y="1547915"/>
                    <a:pt x="294274" y="1550194"/>
                  </a:cubicBezTo>
                  <a:cubicBezTo>
                    <a:pt x="305612" y="1554579"/>
                    <a:pt x="357050" y="1558680"/>
                    <a:pt x="370568" y="1561763"/>
                  </a:cubicBezTo>
                  <a:cubicBezTo>
                    <a:pt x="421772" y="1556419"/>
                    <a:pt x="476955" y="1548100"/>
                    <a:pt x="523154" y="1550194"/>
                  </a:cubicBezTo>
                  <a:cubicBezTo>
                    <a:pt x="539629" y="1548803"/>
                    <a:pt x="550913" y="1547214"/>
                    <a:pt x="566750" y="1538625"/>
                  </a:cubicBezTo>
                  <a:cubicBezTo>
                    <a:pt x="587924" y="1530186"/>
                    <a:pt x="615460" y="1508717"/>
                    <a:pt x="632144" y="1492351"/>
                  </a:cubicBezTo>
                  <a:cubicBezTo>
                    <a:pt x="668369" y="1467096"/>
                    <a:pt x="710646" y="1438087"/>
                    <a:pt x="730236" y="1399802"/>
                  </a:cubicBezTo>
                  <a:cubicBezTo>
                    <a:pt x="738337" y="1382744"/>
                    <a:pt x="759787" y="1336893"/>
                    <a:pt x="773833" y="1318822"/>
                  </a:cubicBezTo>
                  <a:cubicBezTo>
                    <a:pt x="788306" y="1301622"/>
                    <a:pt x="808646" y="1288457"/>
                    <a:pt x="828328" y="1272547"/>
                  </a:cubicBezTo>
                  <a:cubicBezTo>
                    <a:pt x="860579" y="1250349"/>
                    <a:pt x="897099" y="1248257"/>
                    <a:pt x="937318" y="1237842"/>
                  </a:cubicBezTo>
                  <a:cubicBezTo>
                    <a:pt x="946175" y="1237350"/>
                    <a:pt x="1107846" y="1252343"/>
                    <a:pt x="1155299" y="1260979"/>
                  </a:cubicBezTo>
                  <a:cubicBezTo>
                    <a:pt x="1203075" y="1274266"/>
                    <a:pt x="1202425" y="1294245"/>
                    <a:pt x="1242491" y="1330390"/>
                  </a:cubicBezTo>
                  <a:cubicBezTo>
                    <a:pt x="1256339" y="1343862"/>
                    <a:pt x="1273110" y="1354791"/>
                    <a:pt x="1286087" y="1365096"/>
                  </a:cubicBezTo>
                  <a:cubicBezTo>
                    <a:pt x="1417899" y="1449184"/>
                    <a:pt x="1233279" y="1350889"/>
                    <a:pt x="1362381" y="1434508"/>
                  </a:cubicBezTo>
                  <a:cubicBezTo>
                    <a:pt x="1369814" y="1446313"/>
                    <a:pt x="1374253" y="1460230"/>
                    <a:pt x="1384179" y="1469214"/>
                  </a:cubicBezTo>
                  <a:cubicBezTo>
                    <a:pt x="1410941" y="1491941"/>
                    <a:pt x="1471371" y="1527057"/>
                    <a:pt x="1471371" y="1527057"/>
                  </a:cubicBezTo>
                  <a:cubicBezTo>
                    <a:pt x="1509814" y="1524546"/>
                    <a:pt x="1598325" y="1522491"/>
                    <a:pt x="1634857" y="1492351"/>
                  </a:cubicBezTo>
                  <a:cubicBezTo>
                    <a:pt x="1654028" y="1479079"/>
                    <a:pt x="1666835" y="1453459"/>
                    <a:pt x="1678452" y="1434508"/>
                  </a:cubicBezTo>
                  <a:cubicBezTo>
                    <a:pt x="1698466" y="1416006"/>
                    <a:pt x="1718675" y="1397977"/>
                    <a:pt x="1732948" y="1376665"/>
                  </a:cubicBezTo>
                  <a:cubicBezTo>
                    <a:pt x="1758002" y="1340399"/>
                    <a:pt x="1798342" y="1260978"/>
                    <a:pt x="1798342" y="1260979"/>
                  </a:cubicBezTo>
                  <a:cubicBezTo>
                    <a:pt x="1804766" y="1240146"/>
                    <a:pt x="1804889" y="1224226"/>
                    <a:pt x="1809241" y="1203135"/>
                  </a:cubicBezTo>
                  <a:cubicBezTo>
                    <a:pt x="1823088" y="1153527"/>
                    <a:pt x="1839116" y="1154062"/>
                    <a:pt x="1809241" y="1087449"/>
                  </a:cubicBezTo>
                  <a:cubicBezTo>
                    <a:pt x="1800165" y="1065541"/>
                    <a:pt x="1777287" y="1058256"/>
                    <a:pt x="1765645" y="1041175"/>
                  </a:cubicBezTo>
                  <a:cubicBezTo>
                    <a:pt x="1733234" y="989175"/>
                    <a:pt x="1690193" y="937778"/>
                    <a:pt x="1667554" y="879215"/>
                  </a:cubicBezTo>
                  <a:cubicBezTo>
                    <a:pt x="1637066" y="796312"/>
                    <a:pt x="1638258" y="789333"/>
                    <a:pt x="1602160" y="717254"/>
                  </a:cubicBezTo>
                  <a:cubicBezTo>
                    <a:pt x="1584452" y="681802"/>
                    <a:pt x="1559246" y="633666"/>
                    <a:pt x="1525866" y="613136"/>
                  </a:cubicBezTo>
                  <a:cubicBezTo>
                    <a:pt x="1469093" y="590107"/>
                    <a:pt x="1418278" y="572271"/>
                    <a:pt x="1362381" y="555293"/>
                  </a:cubicBezTo>
                  <a:cubicBezTo>
                    <a:pt x="1326693" y="549880"/>
                    <a:pt x="1297090" y="545142"/>
                    <a:pt x="1264289" y="543724"/>
                  </a:cubicBezTo>
                  <a:cubicBezTo>
                    <a:pt x="1251792" y="541188"/>
                    <a:pt x="1236975" y="542755"/>
                    <a:pt x="1231592" y="532156"/>
                  </a:cubicBezTo>
                  <a:cubicBezTo>
                    <a:pt x="1198079" y="484045"/>
                    <a:pt x="1220837" y="423527"/>
                    <a:pt x="1220693" y="370195"/>
                  </a:cubicBezTo>
                  <a:cubicBezTo>
                    <a:pt x="1226805" y="339466"/>
                    <a:pt x="1236231" y="316400"/>
                    <a:pt x="1242491" y="289216"/>
                  </a:cubicBezTo>
                  <a:cubicBezTo>
                    <a:pt x="1238608" y="275006"/>
                    <a:pt x="1242161" y="255607"/>
                    <a:pt x="1231592" y="242940"/>
                  </a:cubicBezTo>
                  <a:cubicBezTo>
                    <a:pt x="1223739" y="233442"/>
                    <a:pt x="1207253" y="237029"/>
                    <a:pt x="1198895" y="231373"/>
                  </a:cubicBezTo>
                  <a:cubicBezTo>
                    <a:pt x="1169056" y="210347"/>
                    <a:pt x="1140648" y="179721"/>
                    <a:pt x="1111703" y="161961"/>
                  </a:cubicBezTo>
                  <a:cubicBezTo>
                    <a:pt x="1095043" y="131961"/>
                    <a:pt x="1004312" y="88783"/>
                    <a:pt x="980914" y="57844"/>
                  </a:cubicBezTo>
                  <a:cubicBezTo>
                    <a:pt x="966275" y="46761"/>
                    <a:pt x="953206" y="29937"/>
                    <a:pt x="937318" y="23137"/>
                  </a:cubicBezTo>
                  <a:cubicBezTo>
                    <a:pt x="874790" y="-3201"/>
                    <a:pt x="920667" y="8357"/>
                    <a:pt x="817429" y="0"/>
                  </a:cubicBezTo>
                  <a:cubicBezTo>
                    <a:pt x="767127" y="6018"/>
                    <a:pt x="743643" y="12290"/>
                    <a:pt x="697539" y="23137"/>
                  </a:cubicBezTo>
                  <a:cubicBezTo>
                    <a:pt x="684720" y="24356"/>
                    <a:pt x="668688" y="30141"/>
                    <a:pt x="653943" y="34706"/>
                  </a:cubicBezTo>
                  <a:cubicBezTo>
                    <a:pt x="648264" y="48339"/>
                    <a:pt x="630992" y="62850"/>
                    <a:pt x="632144" y="80980"/>
                  </a:cubicBezTo>
                  <a:cubicBezTo>
                    <a:pt x="618342" y="137793"/>
                    <a:pt x="674369" y="184987"/>
                    <a:pt x="686640" y="242940"/>
                  </a:cubicBezTo>
                  <a:cubicBezTo>
                    <a:pt x="695147" y="262558"/>
                    <a:pt x="697487" y="287769"/>
                    <a:pt x="708438" y="300783"/>
                  </a:cubicBezTo>
                  <a:cubicBezTo>
                    <a:pt x="716276" y="314443"/>
                    <a:pt x="730937" y="315491"/>
                    <a:pt x="741135" y="323921"/>
                  </a:cubicBezTo>
                  <a:cubicBezTo>
                    <a:pt x="743347" y="336485"/>
                    <a:pt x="751218" y="346355"/>
                    <a:pt x="752034" y="358627"/>
                  </a:cubicBezTo>
                  <a:cubicBezTo>
                    <a:pt x="752444" y="371266"/>
                    <a:pt x="750169" y="383533"/>
                    <a:pt x="741135" y="393333"/>
                  </a:cubicBezTo>
                  <a:cubicBezTo>
                    <a:pt x="710657" y="426380"/>
                    <a:pt x="667644" y="472730"/>
                    <a:pt x="632144" y="497450"/>
                  </a:cubicBezTo>
                  <a:cubicBezTo>
                    <a:pt x="610683" y="513397"/>
                    <a:pt x="566750" y="543725"/>
                    <a:pt x="566750" y="543724"/>
                  </a:cubicBezTo>
                  <a:cubicBezTo>
                    <a:pt x="557964" y="556563"/>
                    <a:pt x="556107" y="569317"/>
                    <a:pt x="544953" y="578431"/>
                  </a:cubicBezTo>
                  <a:cubicBezTo>
                    <a:pt x="515638" y="600362"/>
                    <a:pt x="488680" y="623400"/>
                    <a:pt x="457760" y="636274"/>
                  </a:cubicBezTo>
                  <a:cubicBezTo>
                    <a:pt x="443174" y="638888"/>
                    <a:pt x="430143" y="644253"/>
                    <a:pt x="414164" y="647843"/>
                  </a:cubicBezTo>
                  <a:cubicBezTo>
                    <a:pt x="372605" y="661036"/>
                    <a:pt x="378466" y="666473"/>
                    <a:pt x="326972" y="670979"/>
                  </a:cubicBezTo>
                  <a:cubicBezTo>
                    <a:pt x="270905" y="682955"/>
                    <a:pt x="221243" y="673379"/>
                    <a:pt x="163486" y="682548"/>
                  </a:cubicBezTo>
                  <a:cubicBezTo>
                    <a:pt x="155847" y="704958"/>
                    <a:pt x="146634" y="727900"/>
                    <a:pt x="141688" y="751960"/>
                  </a:cubicBezTo>
                  <a:cubicBezTo>
                    <a:pt x="138189" y="771004"/>
                    <a:pt x="135405" y="793227"/>
                    <a:pt x="130788" y="809803"/>
                  </a:cubicBezTo>
                  <a:cubicBezTo>
                    <a:pt x="118988" y="878999"/>
                    <a:pt x="122889" y="873449"/>
                    <a:pt x="108991" y="937058"/>
                  </a:cubicBezTo>
                  <a:cubicBezTo>
                    <a:pt x="98689" y="983955"/>
                    <a:pt x="104495" y="988216"/>
                    <a:pt x="65394" y="1018038"/>
                  </a:cubicBezTo>
                  <a:cubicBezTo>
                    <a:pt x="62926" y="1020514"/>
                    <a:pt x="98257" y="953400"/>
                    <a:pt x="87193" y="971763"/>
                  </a:cubicBezTo>
                  <a:close/>
                </a:path>
                <a:path w="1825152" h="1561763" stroke="0" extrusionOk="0">
                  <a:moveTo>
                    <a:pt x="87193" y="971763"/>
                  </a:moveTo>
                  <a:cubicBezTo>
                    <a:pt x="78413" y="990111"/>
                    <a:pt x="40821" y="1079370"/>
                    <a:pt x="21798" y="1133724"/>
                  </a:cubicBezTo>
                  <a:cubicBezTo>
                    <a:pt x="16740" y="1148620"/>
                    <a:pt x="14427" y="1164729"/>
                    <a:pt x="10899" y="1179999"/>
                  </a:cubicBezTo>
                  <a:cubicBezTo>
                    <a:pt x="7356" y="1192101"/>
                    <a:pt x="3377" y="1204546"/>
                    <a:pt x="0" y="1214704"/>
                  </a:cubicBezTo>
                  <a:cubicBezTo>
                    <a:pt x="4669" y="1271900"/>
                    <a:pt x="8493" y="1308848"/>
                    <a:pt x="21798" y="1353528"/>
                  </a:cubicBezTo>
                  <a:cubicBezTo>
                    <a:pt x="28472" y="1369434"/>
                    <a:pt x="53451" y="1416412"/>
                    <a:pt x="65394" y="1434508"/>
                  </a:cubicBezTo>
                  <a:cubicBezTo>
                    <a:pt x="72508" y="1444010"/>
                    <a:pt x="86176" y="1450488"/>
                    <a:pt x="98092" y="1457645"/>
                  </a:cubicBezTo>
                  <a:cubicBezTo>
                    <a:pt x="109893" y="1467750"/>
                    <a:pt x="116666" y="1485306"/>
                    <a:pt x="130788" y="1492351"/>
                  </a:cubicBezTo>
                  <a:cubicBezTo>
                    <a:pt x="152683" y="1505206"/>
                    <a:pt x="178080" y="1508664"/>
                    <a:pt x="196183" y="1515488"/>
                  </a:cubicBezTo>
                  <a:cubicBezTo>
                    <a:pt x="203772" y="1519890"/>
                    <a:pt x="233626" y="1532814"/>
                    <a:pt x="261577" y="1538625"/>
                  </a:cubicBezTo>
                  <a:cubicBezTo>
                    <a:pt x="272626" y="1542702"/>
                    <a:pt x="283054" y="1550058"/>
                    <a:pt x="294274" y="1550194"/>
                  </a:cubicBezTo>
                  <a:cubicBezTo>
                    <a:pt x="312416" y="1546929"/>
                    <a:pt x="360691" y="1559126"/>
                    <a:pt x="370568" y="1561763"/>
                  </a:cubicBezTo>
                  <a:cubicBezTo>
                    <a:pt x="423824" y="1555811"/>
                    <a:pt x="474536" y="1546472"/>
                    <a:pt x="523154" y="1550194"/>
                  </a:cubicBezTo>
                  <a:cubicBezTo>
                    <a:pt x="537197" y="1548577"/>
                    <a:pt x="551323" y="1544335"/>
                    <a:pt x="566750" y="1538625"/>
                  </a:cubicBezTo>
                  <a:cubicBezTo>
                    <a:pt x="588169" y="1526045"/>
                    <a:pt x="608726" y="1504472"/>
                    <a:pt x="632144" y="1492351"/>
                  </a:cubicBezTo>
                  <a:cubicBezTo>
                    <a:pt x="666949" y="1464570"/>
                    <a:pt x="706196" y="1442567"/>
                    <a:pt x="730236" y="1399802"/>
                  </a:cubicBezTo>
                  <a:cubicBezTo>
                    <a:pt x="737611" y="1383752"/>
                    <a:pt x="761255" y="1337274"/>
                    <a:pt x="773833" y="1318822"/>
                  </a:cubicBezTo>
                  <a:cubicBezTo>
                    <a:pt x="790196" y="1303400"/>
                    <a:pt x="810810" y="1283810"/>
                    <a:pt x="828328" y="1272547"/>
                  </a:cubicBezTo>
                  <a:cubicBezTo>
                    <a:pt x="863442" y="1250885"/>
                    <a:pt x="892067" y="1246572"/>
                    <a:pt x="937318" y="1237842"/>
                  </a:cubicBezTo>
                  <a:cubicBezTo>
                    <a:pt x="957798" y="1246784"/>
                    <a:pt x="1109347" y="1251325"/>
                    <a:pt x="1155299" y="1260979"/>
                  </a:cubicBezTo>
                  <a:cubicBezTo>
                    <a:pt x="1203157" y="1273451"/>
                    <a:pt x="1202588" y="1295921"/>
                    <a:pt x="1242491" y="1330390"/>
                  </a:cubicBezTo>
                  <a:cubicBezTo>
                    <a:pt x="1256486" y="1343367"/>
                    <a:pt x="1271656" y="1354478"/>
                    <a:pt x="1286087" y="1365096"/>
                  </a:cubicBezTo>
                  <a:cubicBezTo>
                    <a:pt x="1381572" y="1483414"/>
                    <a:pt x="1227270" y="1322903"/>
                    <a:pt x="1362381" y="1434508"/>
                  </a:cubicBezTo>
                  <a:cubicBezTo>
                    <a:pt x="1370669" y="1446396"/>
                    <a:pt x="1373934" y="1460187"/>
                    <a:pt x="1384179" y="1469214"/>
                  </a:cubicBezTo>
                  <a:cubicBezTo>
                    <a:pt x="1410942" y="1491941"/>
                    <a:pt x="1471370" y="1527057"/>
                    <a:pt x="1471371" y="1527057"/>
                  </a:cubicBezTo>
                  <a:cubicBezTo>
                    <a:pt x="1505880" y="1529426"/>
                    <a:pt x="1593604" y="1517957"/>
                    <a:pt x="1634857" y="1492351"/>
                  </a:cubicBezTo>
                  <a:cubicBezTo>
                    <a:pt x="1653661" y="1476859"/>
                    <a:pt x="1664309" y="1450396"/>
                    <a:pt x="1678452" y="1434508"/>
                  </a:cubicBezTo>
                  <a:cubicBezTo>
                    <a:pt x="1693826" y="1413546"/>
                    <a:pt x="1720609" y="1395847"/>
                    <a:pt x="1732948" y="1376665"/>
                  </a:cubicBezTo>
                  <a:cubicBezTo>
                    <a:pt x="1758001" y="1340399"/>
                    <a:pt x="1798342" y="1260979"/>
                    <a:pt x="1798342" y="1260979"/>
                  </a:cubicBezTo>
                  <a:cubicBezTo>
                    <a:pt x="1805067" y="1241084"/>
                    <a:pt x="1804465" y="1223270"/>
                    <a:pt x="1809241" y="1203135"/>
                  </a:cubicBezTo>
                  <a:cubicBezTo>
                    <a:pt x="1823523" y="1154571"/>
                    <a:pt x="1837954" y="1154154"/>
                    <a:pt x="1809241" y="1087449"/>
                  </a:cubicBezTo>
                  <a:cubicBezTo>
                    <a:pt x="1803485" y="1067678"/>
                    <a:pt x="1779681" y="1060935"/>
                    <a:pt x="1765645" y="1041175"/>
                  </a:cubicBezTo>
                  <a:cubicBezTo>
                    <a:pt x="1737797" y="996378"/>
                    <a:pt x="1689816" y="941830"/>
                    <a:pt x="1667554" y="879215"/>
                  </a:cubicBezTo>
                  <a:cubicBezTo>
                    <a:pt x="1638471" y="796338"/>
                    <a:pt x="1639185" y="789446"/>
                    <a:pt x="1602160" y="717254"/>
                  </a:cubicBezTo>
                  <a:cubicBezTo>
                    <a:pt x="1583591" y="685585"/>
                    <a:pt x="1564058" y="634369"/>
                    <a:pt x="1525866" y="613136"/>
                  </a:cubicBezTo>
                  <a:cubicBezTo>
                    <a:pt x="1481417" y="577620"/>
                    <a:pt x="1416570" y="559596"/>
                    <a:pt x="1362381" y="555293"/>
                  </a:cubicBezTo>
                  <a:cubicBezTo>
                    <a:pt x="1329187" y="550646"/>
                    <a:pt x="1297321" y="552598"/>
                    <a:pt x="1264289" y="543724"/>
                  </a:cubicBezTo>
                  <a:cubicBezTo>
                    <a:pt x="1253106" y="539544"/>
                    <a:pt x="1238538" y="541789"/>
                    <a:pt x="1231592" y="532156"/>
                  </a:cubicBezTo>
                  <a:cubicBezTo>
                    <a:pt x="1200036" y="484417"/>
                    <a:pt x="1219166" y="428164"/>
                    <a:pt x="1220693" y="370195"/>
                  </a:cubicBezTo>
                  <a:cubicBezTo>
                    <a:pt x="1221760" y="342414"/>
                    <a:pt x="1233733" y="312663"/>
                    <a:pt x="1242491" y="289216"/>
                  </a:cubicBezTo>
                  <a:cubicBezTo>
                    <a:pt x="1238897" y="273396"/>
                    <a:pt x="1241173" y="254697"/>
                    <a:pt x="1231592" y="242940"/>
                  </a:cubicBezTo>
                  <a:cubicBezTo>
                    <a:pt x="1224135" y="233441"/>
                    <a:pt x="1209675" y="236226"/>
                    <a:pt x="1198895" y="231373"/>
                  </a:cubicBezTo>
                  <a:cubicBezTo>
                    <a:pt x="1170933" y="208555"/>
                    <a:pt x="1142877" y="184935"/>
                    <a:pt x="1111703" y="161961"/>
                  </a:cubicBezTo>
                  <a:cubicBezTo>
                    <a:pt x="1053283" y="107431"/>
                    <a:pt x="1026819" y="89582"/>
                    <a:pt x="980914" y="57844"/>
                  </a:cubicBezTo>
                  <a:cubicBezTo>
                    <a:pt x="965763" y="49348"/>
                    <a:pt x="952221" y="26738"/>
                    <a:pt x="937318" y="23137"/>
                  </a:cubicBezTo>
                  <a:cubicBezTo>
                    <a:pt x="882262" y="6109"/>
                    <a:pt x="910557" y="14608"/>
                    <a:pt x="817429" y="0"/>
                  </a:cubicBezTo>
                  <a:cubicBezTo>
                    <a:pt x="766408" y="9668"/>
                    <a:pt x="743197" y="10290"/>
                    <a:pt x="697539" y="23137"/>
                  </a:cubicBezTo>
                  <a:cubicBezTo>
                    <a:pt x="681816" y="26996"/>
                    <a:pt x="668398" y="32021"/>
                    <a:pt x="653943" y="34706"/>
                  </a:cubicBezTo>
                  <a:cubicBezTo>
                    <a:pt x="645981" y="49522"/>
                    <a:pt x="635107" y="63942"/>
                    <a:pt x="632144" y="80980"/>
                  </a:cubicBezTo>
                  <a:cubicBezTo>
                    <a:pt x="614888" y="143614"/>
                    <a:pt x="661213" y="189862"/>
                    <a:pt x="686640" y="242940"/>
                  </a:cubicBezTo>
                  <a:cubicBezTo>
                    <a:pt x="693250" y="261457"/>
                    <a:pt x="697297" y="280967"/>
                    <a:pt x="708438" y="300783"/>
                  </a:cubicBezTo>
                  <a:cubicBezTo>
                    <a:pt x="714843" y="313853"/>
                    <a:pt x="729725" y="317483"/>
                    <a:pt x="741135" y="323921"/>
                  </a:cubicBezTo>
                  <a:cubicBezTo>
                    <a:pt x="742699" y="335987"/>
                    <a:pt x="752836" y="348633"/>
                    <a:pt x="752034" y="358627"/>
                  </a:cubicBezTo>
                  <a:cubicBezTo>
                    <a:pt x="750275" y="370516"/>
                    <a:pt x="748160" y="382960"/>
                    <a:pt x="741135" y="393333"/>
                  </a:cubicBezTo>
                  <a:cubicBezTo>
                    <a:pt x="714238" y="428230"/>
                    <a:pt x="677605" y="462033"/>
                    <a:pt x="632144" y="497450"/>
                  </a:cubicBezTo>
                  <a:cubicBezTo>
                    <a:pt x="610682" y="513397"/>
                    <a:pt x="566751" y="543724"/>
                    <a:pt x="566750" y="543724"/>
                  </a:cubicBezTo>
                  <a:cubicBezTo>
                    <a:pt x="559742" y="556746"/>
                    <a:pt x="555711" y="569249"/>
                    <a:pt x="544953" y="578431"/>
                  </a:cubicBezTo>
                  <a:cubicBezTo>
                    <a:pt x="522706" y="601436"/>
                    <a:pt x="490924" y="626380"/>
                    <a:pt x="457760" y="636274"/>
                  </a:cubicBezTo>
                  <a:cubicBezTo>
                    <a:pt x="441939" y="640272"/>
                    <a:pt x="429114" y="644143"/>
                    <a:pt x="414164" y="647843"/>
                  </a:cubicBezTo>
                  <a:cubicBezTo>
                    <a:pt x="372572" y="661300"/>
                    <a:pt x="379394" y="665098"/>
                    <a:pt x="326972" y="670979"/>
                  </a:cubicBezTo>
                  <a:cubicBezTo>
                    <a:pt x="274892" y="671313"/>
                    <a:pt x="221640" y="680307"/>
                    <a:pt x="163486" y="682548"/>
                  </a:cubicBezTo>
                  <a:cubicBezTo>
                    <a:pt x="157883" y="703075"/>
                    <a:pt x="150672" y="726551"/>
                    <a:pt x="141688" y="751960"/>
                  </a:cubicBezTo>
                  <a:cubicBezTo>
                    <a:pt x="140697" y="771714"/>
                    <a:pt x="134334" y="793424"/>
                    <a:pt x="130788" y="809803"/>
                  </a:cubicBezTo>
                  <a:cubicBezTo>
                    <a:pt x="117843" y="878422"/>
                    <a:pt x="123512" y="872716"/>
                    <a:pt x="108991" y="937058"/>
                  </a:cubicBezTo>
                  <a:cubicBezTo>
                    <a:pt x="99105" y="984057"/>
                    <a:pt x="103962" y="987348"/>
                    <a:pt x="65394" y="1018038"/>
                  </a:cubicBezTo>
                  <a:cubicBezTo>
                    <a:pt x="63825" y="1023038"/>
                    <a:pt x="96048" y="952448"/>
                    <a:pt x="87193" y="971763"/>
                  </a:cubicBezTo>
                  <a:close/>
                </a:path>
              </a:pathLst>
            </a:custGeom>
            <a:ln w="15875">
              <a:noFill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75415 w 1578611"/>
                        <a:gd name="csY0" fmla="*/ 791852 h 1272619"/>
                        <a:gd name="csX1" fmla="*/ 18854 w 1578611"/>
                        <a:gd name="csY1" fmla="*/ 923827 h 1272619"/>
                        <a:gd name="csX2" fmla="*/ 9427 w 1578611"/>
                        <a:gd name="csY2" fmla="*/ 961535 h 1272619"/>
                        <a:gd name="csX3" fmla="*/ 0 w 1578611"/>
                        <a:gd name="csY3" fmla="*/ 989815 h 1272619"/>
                        <a:gd name="csX4" fmla="*/ 18854 w 1578611"/>
                        <a:gd name="csY4" fmla="*/ 1102937 h 1272619"/>
                        <a:gd name="csX5" fmla="*/ 56561 w 1578611"/>
                        <a:gd name="csY5" fmla="*/ 1168924 h 1272619"/>
                        <a:gd name="csX6" fmla="*/ 84842 w 1578611"/>
                        <a:gd name="csY6" fmla="*/ 1187778 h 1272619"/>
                        <a:gd name="csX7" fmla="*/ 113122 w 1578611"/>
                        <a:gd name="csY7" fmla="*/ 1216058 h 1272619"/>
                        <a:gd name="csX8" fmla="*/ 169683 w 1578611"/>
                        <a:gd name="csY8" fmla="*/ 1234912 h 1272619"/>
                        <a:gd name="csX9" fmla="*/ 226244 w 1578611"/>
                        <a:gd name="csY9" fmla="*/ 1253765 h 1272619"/>
                        <a:gd name="csX10" fmla="*/ 254524 w 1578611"/>
                        <a:gd name="csY10" fmla="*/ 1263192 h 1272619"/>
                        <a:gd name="csX11" fmla="*/ 320512 w 1578611"/>
                        <a:gd name="csY11" fmla="*/ 1272619 h 1272619"/>
                        <a:gd name="csX12" fmla="*/ 452487 w 1578611"/>
                        <a:gd name="csY12" fmla="*/ 1263192 h 1272619"/>
                        <a:gd name="csX13" fmla="*/ 490194 w 1578611"/>
                        <a:gd name="csY13" fmla="*/ 1253765 h 1272619"/>
                        <a:gd name="csX14" fmla="*/ 546755 w 1578611"/>
                        <a:gd name="csY14" fmla="*/ 1216058 h 1272619"/>
                        <a:gd name="csX15" fmla="*/ 631596 w 1578611"/>
                        <a:gd name="csY15" fmla="*/ 1140644 h 1272619"/>
                        <a:gd name="csX16" fmla="*/ 669304 w 1578611"/>
                        <a:gd name="csY16" fmla="*/ 1074656 h 1272619"/>
                        <a:gd name="csX17" fmla="*/ 716438 w 1578611"/>
                        <a:gd name="csY17" fmla="*/ 1036949 h 1272619"/>
                        <a:gd name="csX18" fmla="*/ 810706 w 1578611"/>
                        <a:gd name="csY18" fmla="*/ 1008669 h 1272619"/>
                        <a:gd name="csX19" fmla="*/ 999242 w 1578611"/>
                        <a:gd name="csY19" fmla="*/ 1027522 h 1272619"/>
                        <a:gd name="csX20" fmla="*/ 1074656 w 1578611"/>
                        <a:gd name="csY20" fmla="*/ 1084083 h 1272619"/>
                        <a:gd name="csX21" fmla="*/ 1112363 w 1578611"/>
                        <a:gd name="csY21" fmla="*/ 1112363 h 1272619"/>
                        <a:gd name="csX22" fmla="*/ 1178351 w 1578611"/>
                        <a:gd name="csY22" fmla="*/ 1168924 h 1272619"/>
                        <a:gd name="csX23" fmla="*/ 1197205 w 1578611"/>
                        <a:gd name="csY23" fmla="*/ 1197205 h 1272619"/>
                        <a:gd name="csX24" fmla="*/ 1272619 w 1578611"/>
                        <a:gd name="csY24" fmla="*/ 1244339 h 1272619"/>
                        <a:gd name="csX25" fmla="*/ 1414021 w 1578611"/>
                        <a:gd name="csY25" fmla="*/ 1216058 h 1272619"/>
                        <a:gd name="csX26" fmla="*/ 1451728 w 1578611"/>
                        <a:gd name="csY26" fmla="*/ 1168924 h 1272619"/>
                        <a:gd name="csX27" fmla="*/ 1498862 w 1578611"/>
                        <a:gd name="csY27" fmla="*/ 1121790 h 1272619"/>
                        <a:gd name="csX28" fmla="*/ 1555423 w 1578611"/>
                        <a:gd name="csY28" fmla="*/ 1027522 h 1272619"/>
                        <a:gd name="csX29" fmla="*/ 1564850 w 1578611"/>
                        <a:gd name="csY29" fmla="*/ 980388 h 1272619"/>
                        <a:gd name="csX30" fmla="*/ 1564850 w 1578611"/>
                        <a:gd name="csY30" fmla="*/ 886120 h 1272619"/>
                        <a:gd name="csX31" fmla="*/ 1527143 w 1578611"/>
                        <a:gd name="csY31" fmla="*/ 848413 h 1272619"/>
                        <a:gd name="csX32" fmla="*/ 1442302 w 1578611"/>
                        <a:gd name="csY32" fmla="*/ 716438 h 1272619"/>
                        <a:gd name="csX33" fmla="*/ 1385741 w 1578611"/>
                        <a:gd name="csY33" fmla="*/ 584462 h 1272619"/>
                        <a:gd name="csX34" fmla="*/ 1319753 w 1578611"/>
                        <a:gd name="csY34" fmla="*/ 499621 h 1272619"/>
                        <a:gd name="csX35" fmla="*/ 1178351 w 1578611"/>
                        <a:gd name="csY35" fmla="*/ 452487 h 1272619"/>
                        <a:gd name="csX36" fmla="*/ 1093510 w 1578611"/>
                        <a:gd name="csY36" fmla="*/ 443060 h 1272619"/>
                        <a:gd name="csX37" fmla="*/ 1065229 w 1578611"/>
                        <a:gd name="csY37" fmla="*/ 433633 h 1272619"/>
                        <a:gd name="csX38" fmla="*/ 1055803 w 1578611"/>
                        <a:gd name="csY38" fmla="*/ 301658 h 1272619"/>
                        <a:gd name="csX39" fmla="*/ 1074656 w 1578611"/>
                        <a:gd name="csY39" fmla="*/ 235671 h 1272619"/>
                        <a:gd name="csX40" fmla="*/ 1065229 w 1578611"/>
                        <a:gd name="csY40" fmla="*/ 197963 h 1272619"/>
                        <a:gd name="csX41" fmla="*/ 1036949 w 1578611"/>
                        <a:gd name="csY41" fmla="*/ 188537 h 1272619"/>
                        <a:gd name="csX42" fmla="*/ 961535 w 1578611"/>
                        <a:gd name="csY42" fmla="*/ 131976 h 1272619"/>
                        <a:gd name="csX43" fmla="*/ 848413 w 1578611"/>
                        <a:gd name="csY43" fmla="*/ 47135 h 1272619"/>
                        <a:gd name="csX44" fmla="*/ 810706 w 1578611"/>
                        <a:gd name="csY44" fmla="*/ 18854 h 1272619"/>
                        <a:gd name="csX45" fmla="*/ 707011 w 1578611"/>
                        <a:gd name="csY45" fmla="*/ 0 h 1272619"/>
                        <a:gd name="csX46" fmla="*/ 603316 w 1578611"/>
                        <a:gd name="csY46" fmla="*/ 18854 h 1272619"/>
                        <a:gd name="csX47" fmla="*/ 565609 w 1578611"/>
                        <a:gd name="csY47" fmla="*/ 28281 h 1272619"/>
                        <a:gd name="csX48" fmla="*/ 546755 w 1578611"/>
                        <a:gd name="csY48" fmla="*/ 65988 h 1272619"/>
                        <a:gd name="csX49" fmla="*/ 593889 w 1578611"/>
                        <a:gd name="csY49" fmla="*/ 197963 h 1272619"/>
                        <a:gd name="csX50" fmla="*/ 612743 w 1578611"/>
                        <a:gd name="csY50" fmla="*/ 245097 h 1272619"/>
                        <a:gd name="csX51" fmla="*/ 641023 w 1578611"/>
                        <a:gd name="csY51" fmla="*/ 263951 h 1272619"/>
                        <a:gd name="csX52" fmla="*/ 650450 w 1578611"/>
                        <a:gd name="csY52" fmla="*/ 292231 h 1272619"/>
                        <a:gd name="csX53" fmla="*/ 641023 w 1578611"/>
                        <a:gd name="csY53" fmla="*/ 320512 h 1272619"/>
                        <a:gd name="csX54" fmla="*/ 546755 w 1578611"/>
                        <a:gd name="csY54" fmla="*/ 405353 h 1272619"/>
                        <a:gd name="csX55" fmla="*/ 490194 w 1578611"/>
                        <a:gd name="csY55" fmla="*/ 443060 h 1272619"/>
                        <a:gd name="csX56" fmla="*/ 471341 w 1578611"/>
                        <a:gd name="csY56" fmla="*/ 471341 h 1272619"/>
                        <a:gd name="csX57" fmla="*/ 395926 w 1578611"/>
                        <a:gd name="csY57" fmla="*/ 518475 h 1272619"/>
                        <a:gd name="csX58" fmla="*/ 358219 w 1578611"/>
                        <a:gd name="csY58" fmla="*/ 527902 h 1272619"/>
                        <a:gd name="csX59" fmla="*/ 282805 w 1578611"/>
                        <a:gd name="csY59" fmla="*/ 546755 h 1272619"/>
                        <a:gd name="csX60" fmla="*/ 141403 w 1578611"/>
                        <a:gd name="csY60" fmla="*/ 556182 h 1272619"/>
                        <a:gd name="csX61" fmla="*/ 122549 w 1578611"/>
                        <a:gd name="csY61" fmla="*/ 612743 h 1272619"/>
                        <a:gd name="csX62" fmla="*/ 113122 w 1578611"/>
                        <a:gd name="csY62" fmla="*/ 659877 h 1272619"/>
                        <a:gd name="csX63" fmla="*/ 94269 w 1578611"/>
                        <a:gd name="csY63" fmla="*/ 763572 h 1272619"/>
                        <a:gd name="csX64" fmla="*/ 56561 w 1578611"/>
                        <a:gd name="csY64" fmla="*/ 829559 h 1272619"/>
                        <a:gd name="csX65" fmla="*/ 75415 w 1578611"/>
                        <a:gd name="csY65" fmla="*/ 791852 h 127261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  <a:cxn ang="0">
                          <a:pos x="csX26" y="csY26"/>
                        </a:cxn>
                        <a:cxn ang="0">
                          <a:pos x="csX27" y="csY27"/>
                        </a:cxn>
                        <a:cxn ang="0">
                          <a:pos x="csX28" y="csY28"/>
                        </a:cxn>
                        <a:cxn ang="0">
                          <a:pos x="csX29" y="csY29"/>
                        </a:cxn>
                        <a:cxn ang="0">
                          <a:pos x="csX30" y="csY30"/>
                        </a:cxn>
                        <a:cxn ang="0">
                          <a:pos x="csX31" y="csY31"/>
                        </a:cxn>
                        <a:cxn ang="0">
                          <a:pos x="csX32" y="csY32"/>
                        </a:cxn>
                        <a:cxn ang="0">
                          <a:pos x="csX33" y="csY33"/>
                        </a:cxn>
                        <a:cxn ang="0">
                          <a:pos x="csX34" y="csY34"/>
                        </a:cxn>
                        <a:cxn ang="0">
                          <a:pos x="csX35" y="csY35"/>
                        </a:cxn>
                        <a:cxn ang="0">
                          <a:pos x="csX36" y="csY36"/>
                        </a:cxn>
                        <a:cxn ang="0">
                          <a:pos x="csX37" y="csY37"/>
                        </a:cxn>
                        <a:cxn ang="0">
                          <a:pos x="csX38" y="csY38"/>
                        </a:cxn>
                        <a:cxn ang="0">
                          <a:pos x="csX39" y="csY39"/>
                        </a:cxn>
                        <a:cxn ang="0">
                          <a:pos x="csX40" y="csY40"/>
                        </a:cxn>
                        <a:cxn ang="0">
                          <a:pos x="csX41" y="csY41"/>
                        </a:cxn>
                        <a:cxn ang="0">
                          <a:pos x="csX42" y="csY42"/>
                        </a:cxn>
                        <a:cxn ang="0">
                          <a:pos x="csX43" y="csY43"/>
                        </a:cxn>
                        <a:cxn ang="0">
                          <a:pos x="csX44" y="csY44"/>
                        </a:cxn>
                        <a:cxn ang="0">
                          <a:pos x="csX45" y="csY45"/>
                        </a:cxn>
                        <a:cxn ang="0">
                          <a:pos x="csX46" y="csY46"/>
                        </a:cxn>
                        <a:cxn ang="0">
                          <a:pos x="csX47" y="csY47"/>
                        </a:cxn>
                        <a:cxn ang="0">
                          <a:pos x="csX48" y="csY48"/>
                        </a:cxn>
                        <a:cxn ang="0">
                          <a:pos x="csX49" y="csY49"/>
                        </a:cxn>
                        <a:cxn ang="0">
                          <a:pos x="csX50" y="csY50"/>
                        </a:cxn>
                        <a:cxn ang="0">
                          <a:pos x="csX51" y="csY51"/>
                        </a:cxn>
                        <a:cxn ang="0">
                          <a:pos x="csX52" y="csY52"/>
                        </a:cxn>
                        <a:cxn ang="0">
                          <a:pos x="csX53" y="csY53"/>
                        </a:cxn>
                        <a:cxn ang="0">
                          <a:pos x="csX54" y="csY54"/>
                        </a:cxn>
                        <a:cxn ang="0">
                          <a:pos x="csX55" y="csY55"/>
                        </a:cxn>
                        <a:cxn ang="0">
                          <a:pos x="csX56" y="csY56"/>
                        </a:cxn>
                        <a:cxn ang="0">
                          <a:pos x="csX57" y="csY57"/>
                        </a:cxn>
                        <a:cxn ang="0">
                          <a:pos x="csX58" y="csY58"/>
                        </a:cxn>
                        <a:cxn ang="0">
                          <a:pos x="csX59" y="csY59"/>
                        </a:cxn>
                        <a:cxn ang="0">
                          <a:pos x="csX60" y="csY60"/>
                        </a:cxn>
                        <a:cxn ang="0">
                          <a:pos x="csX61" y="csY61"/>
                        </a:cxn>
                        <a:cxn ang="0">
                          <a:pos x="csX62" y="csY62"/>
                        </a:cxn>
                        <a:cxn ang="0">
                          <a:pos x="csX63" y="csY63"/>
                        </a:cxn>
                        <a:cxn ang="0">
                          <a:pos x="csX64" y="csY64"/>
                        </a:cxn>
                        <a:cxn ang="0">
                          <a:pos x="csX65" y="csY65"/>
                        </a:cxn>
                      </a:cxnLst>
                      <a:rect l="l" t="t" r="r" b="b"/>
                      <a:pathLst>
                        <a:path w="1578611" h="1272619">
                          <a:moveTo>
                            <a:pt x="75415" y="791852"/>
                          </a:moveTo>
                          <a:cubicBezTo>
                            <a:pt x="69130" y="807563"/>
                            <a:pt x="36201" y="879220"/>
                            <a:pt x="18854" y="923827"/>
                          </a:cubicBezTo>
                          <a:cubicBezTo>
                            <a:pt x="14158" y="935902"/>
                            <a:pt x="12986" y="949077"/>
                            <a:pt x="9427" y="961535"/>
                          </a:cubicBezTo>
                          <a:cubicBezTo>
                            <a:pt x="6697" y="971089"/>
                            <a:pt x="3142" y="980388"/>
                            <a:pt x="0" y="989815"/>
                          </a:cubicBezTo>
                          <a:cubicBezTo>
                            <a:pt x="5248" y="1037045"/>
                            <a:pt x="2272" y="1064245"/>
                            <a:pt x="18854" y="1102937"/>
                          </a:cubicBezTo>
                          <a:cubicBezTo>
                            <a:pt x="24398" y="1115873"/>
                            <a:pt x="44729" y="1157092"/>
                            <a:pt x="56561" y="1168924"/>
                          </a:cubicBezTo>
                          <a:cubicBezTo>
                            <a:pt x="64572" y="1176935"/>
                            <a:pt x="76138" y="1180525"/>
                            <a:pt x="84842" y="1187778"/>
                          </a:cubicBezTo>
                          <a:cubicBezTo>
                            <a:pt x="95083" y="1196312"/>
                            <a:pt x="101468" y="1209584"/>
                            <a:pt x="113122" y="1216058"/>
                          </a:cubicBezTo>
                          <a:cubicBezTo>
                            <a:pt x="130495" y="1225709"/>
                            <a:pt x="150829" y="1228627"/>
                            <a:pt x="169683" y="1234912"/>
                          </a:cubicBezTo>
                          <a:lnTo>
                            <a:pt x="226244" y="1253765"/>
                          </a:lnTo>
                          <a:cubicBezTo>
                            <a:pt x="235671" y="1256907"/>
                            <a:pt x="244687" y="1261787"/>
                            <a:pt x="254524" y="1263192"/>
                          </a:cubicBezTo>
                          <a:lnTo>
                            <a:pt x="320512" y="1272619"/>
                          </a:lnTo>
                          <a:cubicBezTo>
                            <a:pt x="364504" y="1269477"/>
                            <a:pt x="408653" y="1268063"/>
                            <a:pt x="452487" y="1263192"/>
                          </a:cubicBezTo>
                          <a:cubicBezTo>
                            <a:pt x="465364" y="1261761"/>
                            <a:pt x="478606" y="1259559"/>
                            <a:pt x="490194" y="1253765"/>
                          </a:cubicBezTo>
                          <a:cubicBezTo>
                            <a:pt x="510461" y="1243631"/>
                            <a:pt x="527901" y="1228627"/>
                            <a:pt x="546755" y="1216058"/>
                          </a:cubicBezTo>
                          <a:cubicBezTo>
                            <a:pt x="576645" y="1196132"/>
                            <a:pt x="615449" y="1172936"/>
                            <a:pt x="631596" y="1140644"/>
                          </a:cubicBezTo>
                          <a:cubicBezTo>
                            <a:pt x="638989" y="1125858"/>
                            <a:pt x="655980" y="1087980"/>
                            <a:pt x="669304" y="1074656"/>
                          </a:cubicBezTo>
                          <a:cubicBezTo>
                            <a:pt x="683531" y="1060429"/>
                            <a:pt x="699185" y="1047301"/>
                            <a:pt x="716438" y="1036949"/>
                          </a:cubicBezTo>
                          <a:cubicBezTo>
                            <a:pt x="747446" y="1018344"/>
                            <a:pt x="776334" y="1015543"/>
                            <a:pt x="810706" y="1008669"/>
                          </a:cubicBezTo>
                          <a:cubicBezTo>
                            <a:pt x="825108" y="1009777"/>
                            <a:pt x="963362" y="1017736"/>
                            <a:pt x="999242" y="1027522"/>
                          </a:cubicBezTo>
                          <a:cubicBezTo>
                            <a:pt x="1040436" y="1038757"/>
                            <a:pt x="1042712" y="1056132"/>
                            <a:pt x="1074656" y="1084083"/>
                          </a:cubicBezTo>
                          <a:cubicBezTo>
                            <a:pt x="1086480" y="1094429"/>
                            <a:pt x="1100434" y="1102138"/>
                            <a:pt x="1112363" y="1112363"/>
                          </a:cubicBezTo>
                          <a:cubicBezTo>
                            <a:pt x="1204273" y="1191143"/>
                            <a:pt x="1068086" y="1086226"/>
                            <a:pt x="1178351" y="1168924"/>
                          </a:cubicBezTo>
                          <a:cubicBezTo>
                            <a:pt x="1184636" y="1178351"/>
                            <a:pt x="1188358" y="1190127"/>
                            <a:pt x="1197205" y="1197205"/>
                          </a:cubicBezTo>
                          <a:cubicBezTo>
                            <a:pt x="1220353" y="1215724"/>
                            <a:pt x="1272619" y="1244339"/>
                            <a:pt x="1272619" y="1244339"/>
                          </a:cubicBezTo>
                          <a:cubicBezTo>
                            <a:pt x="1304199" y="1241181"/>
                            <a:pt x="1380180" y="1242379"/>
                            <a:pt x="1414021" y="1216058"/>
                          </a:cubicBezTo>
                          <a:cubicBezTo>
                            <a:pt x="1429903" y="1203705"/>
                            <a:pt x="1438268" y="1183879"/>
                            <a:pt x="1451728" y="1168924"/>
                          </a:cubicBezTo>
                          <a:cubicBezTo>
                            <a:pt x="1466592" y="1152409"/>
                            <a:pt x="1485722" y="1139708"/>
                            <a:pt x="1498862" y="1121790"/>
                          </a:cubicBezTo>
                          <a:cubicBezTo>
                            <a:pt x="1520532" y="1092239"/>
                            <a:pt x="1555423" y="1027522"/>
                            <a:pt x="1555423" y="1027522"/>
                          </a:cubicBezTo>
                          <a:cubicBezTo>
                            <a:pt x="1558565" y="1011811"/>
                            <a:pt x="1560964" y="995932"/>
                            <a:pt x="1564850" y="980388"/>
                          </a:cubicBezTo>
                          <a:cubicBezTo>
                            <a:pt x="1574899" y="940192"/>
                            <a:pt x="1590003" y="941456"/>
                            <a:pt x="1564850" y="886120"/>
                          </a:cubicBezTo>
                          <a:cubicBezTo>
                            <a:pt x="1557495" y="869938"/>
                            <a:pt x="1537550" y="862823"/>
                            <a:pt x="1527143" y="848413"/>
                          </a:cubicBezTo>
                          <a:cubicBezTo>
                            <a:pt x="1496523" y="806016"/>
                            <a:pt x="1460665" y="765406"/>
                            <a:pt x="1442302" y="716438"/>
                          </a:cubicBezTo>
                          <a:cubicBezTo>
                            <a:pt x="1416885" y="648660"/>
                            <a:pt x="1417968" y="643545"/>
                            <a:pt x="1385741" y="584462"/>
                          </a:cubicBezTo>
                          <a:cubicBezTo>
                            <a:pt x="1370995" y="557427"/>
                            <a:pt x="1348413" y="515998"/>
                            <a:pt x="1319753" y="499621"/>
                          </a:cubicBezTo>
                          <a:cubicBezTo>
                            <a:pt x="1276888" y="475127"/>
                            <a:pt x="1227292" y="459479"/>
                            <a:pt x="1178351" y="452487"/>
                          </a:cubicBezTo>
                          <a:cubicBezTo>
                            <a:pt x="1150183" y="448463"/>
                            <a:pt x="1121790" y="446202"/>
                            <a:pt x="1093510" y="443060"/>
                          </a:cubicBezTo>
                          <a:cubicBezTo>
                            <a:pt x="1084083" y="439918"/>
                            <a:pt x="1071005" y="441719"/>
                            <a:pt x="1065229" y="433633"/>
                          </a:cubicBezTo>
                          <a:cubicBezTo>
                            <a:pt x="1035077" y="391421"/>
                            <a:pt x="1048102" y="347864"/>
                            <a:pt x="1055803" y="301658"/>
                          </a:cubicBezTo>
                          <a:cubicBezTo>
                            <a:pt x="1059750" y="277978"/>
                            <a:pt x="1067183" y="258090"/>
                            <a:pt x="1074656" y="235671"/>
                          </a:cubicBezTo>
                          <a:cubicBezTo>
                            <a:pt x="1071514" y="223102"/>
                            <a:pt x="1073323" y="208080"/>
                            <a:pt x="1065229" y="197963"/>
                          </a:cubicBezTo>
                          <a:cubicBezTo>
                            <a:pt x="1059022" y="190204"/>
                            <a:pt x="1045332" y="193872"/>
                            <a:pt x="1036949" y="188537"/>
                          </a:cubicBezTo>
                          <a:cubicBezTo>
                            <a:pt x="1010439" y="171667"/>
                            <a:pt x="986673" y="150830"/>
                            <a:pt x="961535" y="131976"/>
                          </a:cubicBezTo>
                          <a:lnTo>
                            <a:pt x="848413" y="47135"/>
                          </a:lnTo>
                          <a:cubicBezTo>
                            <a:pt x="835844" y="37708"/>
                            <a:pt x="825611" y="23822"/>
                            <a:pt x="810706" y="18854"/>
                          </a:cubicBezTo>
                          <a:cubicBezTo>
                            <a:pt x="758391" y="1416"/>
                            <a:pt x="792285" y="10660"/>
                            <a:pt x="707011" y="0"/>
                          </a:cubicBezTo>
                          <a:cubicBezTo>
                            <a:pt x="666080" y="6822"/>
                            <a:pt x="642842" y="10070"/>
                            <a:pt x="603316" y="18854"/>
                          </a:cubicBezTo>
                          <a:cubicBezTo>
                            <a:pt x="590669" y="21665"/>
                            <a:pt x="578178" y="25139"/>
                            <a:pt x="565609" y="28281"/>
                          </a:cubicBezTo>
                          <a:cubicBezTo>
                            <a:pt x="559324" y="40850"/>
                            <a:pt x="548153" y="52005"/>
                            <a:pt x="546755" y="65988"/>
                          </a:cubicBezTo>
                          <a:cubicBezTo>
                            <a:pt x="541563" y="117902"/>
                            <a:pt x="575923" y="153050"/>
                            <a:pt x="593889" y="197963"/>
                          </a:cubicBezTo>
                          <a:cubicBezTo>
                            <a:pt x="600174" y="213674"/>
                            <a:pt x="602908" y="231327"/>
                            <a:pt x="612743" y="245097"/>
                          </a:cubicBezTo>
                          <a:cubicBezTo>
                            <a:pt x="619328" y="254316"/>
                            <a:pt x="631596" y="257666"/>
                            <a:pt x="641023" y="263951"/>
                          </a:cubicBezTo>
                          <a:cubicBezTo>
                            <a:pt x="644165" y="273378"/>
                            <a:pt x="650450" y="282294"/>
                            <a:pt x="650450" y="292231"/>
                          </a:cubicBezTo>
                          <a:cubicBezTo>
                            <a:pt x="650450" y="302168"/>
                            <a:pt x="647124" y="312668"/>
                            <a:pt x="641023" y="320512"/>
                          </a:cubicBezTo>
                          <a:cubicBezTo>
                            <a:pt x="614915" y="354079"/>
                            <a:pt x="581302" y="381170"/>
                            <a:pt x="546755" y="405353"/>
                          </a:cubicBezTo>
                          <a:cubicBezTo>
                            <a:pt x="528192" y="418347"/>
                            <a:pt x="490194" y="443060"/>
                            <a:pt x="490194" y="443060"/>
                          </a:cubicBezTo>
                          <a:cubicBezTo>
                            <a:pt x="483910" y="452487"/>
                            <a:pt x="480188" y="464263"/>
                            <a:pt x="471341" y="471341"/>
                          </a:cubicBezTo>
                          <a:cubicBezTo>
                            <a:pt x="448193" y="489860"/>
                            <a:pt x="424685" y="511285"/>
                            <a:pt x="395926" y="518475"/>
                          </a:cubicBezTo>
                          <a:cubicBezTo>
                            <a:pt x="383357" y="521617"/>
                            <a:pt x="370676" y="524343"/>
                            <a:pt x="358219" y="527902"/>
                          </a:cubicBezTo>
                          <a:cubicBezTo>
                            <a:pt x="322588" y="538082"/>
                            <a:pt x="327026" y="542333"/>
                            <a:pt x="282805" y="546755"/>
                          </a:cubicBezTo>
                          <a:cubicBezTo>
                            <a:pt x="235801" y="551456"/>
                            <a:pt x="188537" y="553040"/>
                            <a:pt x="141403" y="556182"/>
                          </a:cubicBezTo>
                          <a:cubicBezTo>
                            <a:pt x="135118" y="575036"/>
                            <a:pt x="126447" y="593255"/>
                            <a:pt x="122549" y="612743"/>
                          </a:cubicBezTo>
                          <a:cubicBezTo>
                            <a:pt x="119407" y="628454"/>
                            <a:pt x="115988" y="644113"/>
                            <a:pt x="113122" y="659877"/>
                          </a:cubicBezTo>
                          <a:cubicBezTo>
                            <a:pt x="102893" y="716134"/>
                            <a:pt x="105907" y="711199"/>
                            <a:pt x="94269" y="763572"/>
                          </a:cubicBezTo>
                          <a:cubicBezTo>
                            <a:pt x="85723" y="802031"/>
                            <a:pt x="89770" y="804653"/>
                            <a:pt x="56561" y="829559"/>
                          </a:cubicBezTo>
                          <a:cubicBezTo>
                            <a:pt x="54047" y="831444"/>
                            <a:pt x="81700" y="776141"/>
                            <a:pt x="75415" y="791852"/>
                          </a:cubicBezTo>
                          <a:close/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2126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B9343B0-305D-B772-D669-33E0042937DD}"/>
              </a:ext>
            </a:extLst>
          </p:cNvPr>
          <p:cNvSpPr txBox="1"/>
          <p:nvPr/>
        </p:nvSpPr>
        <p:spPr>
          <a:xfrm>
            <a:off x="0" y="3556181"/>
            <a:ext cx="3606456" cy="400110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R" sz="2000" dirty="0"/>
              <a:t>2D Multi-view Images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6BF1F44-8764-6DE1-8F6D-A6E937E5475A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3194000" y="2135379"/>
            <a:ext cx="487779" cy="1389"/>
          </a:xfrm>
          <a:prstGeom prst="line">
            <a:avLst/>
          </a:prstGeom>
          <a:ln w="15875">
            <a:solidFill>
              <a:schemeClr val="accent1">
                <a:shade val="15000"/>
              </a:schemeClr>
            </a:solidFill>
            <a:head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B855D05-32E5-77C2-7D33-244F72A18F4A}"/>
              </a:ext>
            </a:extLst>
          </p:cNvPr>
          <p:cNvCxnSpPr>
            <a:cxnSpLocks/>
          </p:cNvCxnSpPr>
          <p:nvPr/>
        </p:nvCxnSpPr>
        <p:spPr>
          <a:xfrm flipH="1">
            <a:off x="4908953" y="2135378"/>
            <a:ext cx="245601" cy="0"/>
          </a:xfrm>
          <a:prstGeom prst="line">
            <a:avLst/>
          </a:prstGeom>
          <a:ln w="15875">
            <a:solidFill>
              <a:schemeClr val="accent1">
                <a:shade val="15000"/>
              </a:schemeClr>
            </a:solidFill>
            <a:head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1EF214C-9A8A-5D92-CC69-C43758CA8C6C}"/>
              </a:ext>
            </a:extLst>
          </p:cNvPr>
          <p:cNvSpPr txBox="1"/>
          <p:nvPr/>
        </p:nvSpPr>
        <p:spPr>
          <a:xfrm>
            <a:off x="4622620" y="3570691"/>
            <a:ext cx="3606456" cy="707886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R" sz="2000" dirty="0"/>
              <a:t>2D Multi-view Images</a:t>
            </a:r>
            <a:br>
              <a:rPr lang="en-KR" sz="2000" dirty="0"/>
            </a:br>
            <a:r>
              <a:rPr lang="en-KR" sz="2000" dirty="0"/>
              <a:t>with Weather Artifacts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F98F518-8A4B-01FE-160E-2614356774B2}"/>
              </a:ext>
            </a:extLst>
          </p:cNvPr>
          <p:cNvGrpSpPr/>
          <p:nvPr/>
        </p:nvGrpSpPr>
        <p:grpSpPr>
          <a:xfrm>
            <a:off x="5200534" y="558264"/>
            <a:ext cx="2895771" cy="3018092"/>
            <a:chOff x="3635145" y="527792"/>
            <a:chExt cx="1775864" cy="1742548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CDEF1E-8B81-6394-465A-344D51E84F20}"/>
                </a:ext>
              </a:extLst>
            </p:cNvPr>
            <p:cNvGrpSpPr/>
            <p:nvPr/>
          </p:nvGrpSpPr>
          <p:grpSpPr>
            <a:xfrm>
              <a:off x="3635145" y="527792"/>
              <a:ext cx="1775864" cy="1742548"/>
              <a:chOff x="410288" y="517176"/>
              <a:chExt cx="1920890" cy="1939368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91964E46-1A50-ADA2-5600-A8468A59A15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10288" y="517176"/>
                <a:ext cx="1920890" cy="1939368"/>
                <a:chOff x="6253697" y="645428"/>
                <a:chExt cx="2286589" cy="2308585"/>
              </a:xfrm>
            </p:grpSpPr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DC45AE80-DC67-53F9-2BD6-8BB46BFFF7F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600918" y="645428"/>
                  <a:ext cx="1939368" cy="19393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sz="2126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E32D6FD9-6887-DB9C-D0E5-CB10E33807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83083" y="772691"/>
                  <a:ext cx="1939368" cy="19393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sz="2126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056C6963-FC3D-BA86-3009-15D345CDC74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368390" y="893668"/>
                  <a:ext cx="1939368" cy="19393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sz="2126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CF5D896F-30F5-6329-6DED-FC77D5D78E9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253697" y="1014645"/>
                  <a:ext cx="1939368" cy="19393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 sz="2126"/>
                </a:p>
              </p:txBody>
            </p:sp>
          </p:grp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54047EE0-BD9A-BB31-02E2-49D9C6A06942}"/>
                  </a:ext>
                </a:extLst>
              </p:cNvPr>
              <p:cNvSpPr/>
              <p:nvPr/>
            </p:nvSpPr>
            <p:spPr>
              <a:xfrm>
                <a:off x="635302" y="1148931"/>
                <a:ext cx="1179170" cy="999195"/>
              </a:xfrm>
              <a:custGeom>
                <a:avLst/>
                <a:gdLst>
                  <a:gd name="csX0" fmla="*/ 84922 w 1777617"/>
                  <a:gd name="csY0" fmla="*/ 967538 h 1554972"/>
                  <a:gd name="csX1" fmla="*/ 21230 w 1777617"/>
                  <a:gd name="csY1" fmla="*/ 1128794 h 1554972"/>
                  <a:gd name="csX2" fmla="*/ 10615 w 1777617"/>
                  <a:gd name="csY2" fmla="*/ 1174868 h 1554972"/>
                  <a:gd name="csX3" fmla="*/ 0 w 1777617"/>
                  <a:gd name="csY3" fmla="*/ 1209422 h 1554972"/>
                  <a:gd name="csX4" fmla="*/ 21230 w 1777617"/>
                  <a:gd name="csY4" fmla="*/ 1347643 h 1554972"/>
                  <a:gd name="csX5" fmla="*/ 63691 w 1777617"/>
                  <a:gd name="csY5" fmla="*/ 1428270 h 1554972"/>
                  <a:gd name="csX6" fmla="*/ 95537 w 1777617"/>
                  <a:gd name="csY6" fmla="*/ 1451307 h 1554972"/>
                  <a:gd name="csX7" fmla="*/ 127382 w 1777617"/>
                  <a:gd name="csY7" fmla="*/ 1485861 h 1554972"/>
                  <a:gd name="csX8" fmla="*/ 191073 w 1777617"/>
                  <a:gd name="csY8" fmla="*/ 1508899 h 1554972"/>
                  <a:gd name="csX9" fmla="*/ 254765 w 1777617"/>
                  <a:gd name="csY9" fmla="*/ 1531934 h 1554972"/>
                  <a:gd name="csX10" fmla="*/ 286610 w 1777617"/>
                  <a:gd name="csY10" fmla="*/ 1543453 h 1554972"/>
                  <a:gd name="csX11" fmla="*/ 360917 w 1777617"/>
                  <a:gd name="csY11" fmla="*/ 1554972 h 1554972"/>
                  <a:gd name="csX12" fmla="*/ 509529 w 1777617"/>
                  <a:gd name="csY12" fmla="*/ 1543453 h 1554972"/>
                  <a:gd name="csX13" fmla="*/ 551989 w 1777617"/>
                  <a:gd name="csY13" fmla="*/ 1531934 h 1554972"/>
                  <a:gd name="csX14" fmla="*/ 615681 w 1777617"/>
                  <a:gd name="csY14" fmla="*/ 1485861 h 1554972"/>
                  <a:gd name="csX15" fmla="*/ 711217 w 1777617"/>
                  <a:gd name="csY15" fmla="*/ 1393716 h 1554972"/>
                  <a:gd name="csX16" fmla="*/ 753679 w 1777617"/>
                  <a:gd name="csY16" fmla="*/ 1313087 h 1554972"/>
                  <a:gd name="csX17" fmla="*/ 806755 w 1777617"/>
                  <a:gd name="csY17" fmla="*/ 1267014 h 1554972"/>
                  <a:gd name="csX18" fmla="*/ 912906 w 1777617"/>
                  <a:gd name="csY18" fmla="*/ 1232460 h 1554972"/>
                  <a:gd name="csX19" fmla="*/ 1125210 w 1777617"/>
                  <a:gd name="csY19" fmla="*/ 1255495 h 1554972"/>
                  <a:gd name="csX20" fmla="*/ 1210131 w 1777617"/>
                  <a:gd name="csY20" fmla="*/ 1324605 h 1554972"/>
                  <a:gd name="csX21" fmla="*/ 1252591 w 1777617"/>
                  <a:gd name="csY21" fmla="*/ 1359160 h 1554972"/>
                  <a:gd name="csX22" fmla="*/ 1326898 w 1777617"/>
                  <a:gd name="csY22" fmla="*/ 1428270 h 1554972"/>
                  <a:gd name="csX23" fmla="*/ 1348129 w 1777617"/>
                  <a:gd name="csY23" fmla="*/ 1462826 h 1554972"/>
                  <a:gd name="csX24" fmla="*/ 1433050 w 1777617"/>
                  <a:gd name="csY24" fmla="*/ 1520417 h 1554972"/>
                  <a:gd name="csX25" fmla="*/ 1592278 w 1777617"/>
                  <a:gd name="csY25" fmla="*/ 1485861 h 1554972"/>
                  <a:gd name="csX26" fmla="*/ 1634738 w 1777617"/>
                  <a:gd name="csY26" fmla="*/ 1428270 h 1554972"/>
                  <a:gd name="csX27" fmla="*/ 1687814 w 1777617"/>
                  <a:gd name="csY27" fmla="*/ 1370678 h 1554972"/>
                  <a:gd name="csX28" fmla="*/ 1751505 w 1777617"/>
                  <a:gd name="csY28" fmla="*/ 1255495 h 1554972"/>
                  <a:gd name="csX29" fmla="*/ 1762121 w 1777617"/>
                  <a:gd name="csY29" fmla="*/ 1197904 h 1554972"/>
                  <a:gd name="csX30" fmla="*/ 1762121 w 1777617"/>
                  <a:gd name="csY30" fmla="*/ 1082721 h 1554972"/>
                  <a:gd name="csX31" fmla="*/ 1719660 w 1777617"/>
                  <a:gd name="csY31" fmla="*/ 1036648 h 1554972"/>
                  <a:gd name="csX32" fmla="*/ 1624124 w 1777617"/>
                  <a:gd name="csY32" fmla="*/ 875392 h 1554972"/>
                  <a:gd name="csX33" fmla="*/ 1560433 w 1777617"/>
                  <a:gd name="csY33" fmla="*/ 714135 h 1554972"/>
                  <a:gd name="csX34" fmla="*/ 1486126 w 1777617"/>
                  <a:gd name="csY34" fmla="*/ 610470 h 1554972"/>
                  <a:gd name="csX35" fmla="*/ 1326898 w 1777617"/>
                  <a:gd name="csY35" fmla="*/ 552879 h 1554972"/>
                  <a:gd name="csX36" fmla="*/ 1231362 w 1777617"/>
                  <a:gd name="csY36" fmla="*/ 541360 h 1554972"/>
                  <a:gd name="csX37" fmla="*/ 1199516 w 1777617"/>
                  <a:gd name="csY37" fmla="*/ 529842 h 1554972"/>
                  <a:gd name="csX38" fmla="*/ 1188901 w 1777617"/>
                  <a:gd name="csY38" fmla="*/ 368586 h 1554972"/>
                  <a:gd name="csX39" fmla="*/ 1210131 w 1777617"/>
                  <a:gd name="csY39" fmla="*/ 287958 h 1554972"/>
                  <a:gd name="csX40" fmla="*/ 1199516 w 1777617"/>
                  <a:gd name="csY40" fmla="*/ 241884 h 1554972"/>
                  <a:gd name="csX41" fmla="*/ 1167670 w 1777617"/>
                  <a:gd name="csY41" fmla="*/ 230367 h 1554972"/>
                  <a:gd name="csX42" fmla="*/ 1082749 w 1777617"/>
                  <a:gd name="csY42" fmla="*/ 161257 h 1554972"/>
                  <a:gd name="csX43" fmla="*/ 955367 w 1777617"/>
                  <a:gd name="csY43" fmla="*/ 57592 h 1554972"/>
                  <a:gd name="csX44" fmla="*/ 912906 w 1777617"/>
                  <a:gd name="csY44" fmla="*/ 23037 h 1554972"/>
                  <a:gd name="csX45" fmla="*/ 796139 w 1777617"/>
                  <a:gd name="csY45" fmla="*/ 0 h 1554972"/>
                  <a:gd name="csX46" fmla="*/ 679372 w 1777617"/>
                  <a:gd name="csY46" fmla="*/ 23037 h 1554972"/>
                  <a:gd name="csX47" fmla="*/ 636911 w 1777617"/>
                  <a:gd name="csY47" fmla="*/ 34555 h 1554972"/>
                  <a:gd name="csX48" fmla="*/ 615681 w 1777617"/>
                  <a:gd name="csY48" fmla="*/ 80628 h 1554972"/>
                  <a:gd name="csX49" fmla="*/ 668757 w 1777617"/>
                  <a:gd name="csY49" fmla="*/ 241884 h 1554972"/>
                  <a:gd name="csX50" fmla="*/ 689987 w 1777617"/>
                  <a:gd name="csY50" fmla="*/ 299476 h 1554972"/>
                  <a:gd name="csX51" fmla="*/ 721832 w 1777617"/>
                  <a:gd name="csY51" fmla="*/ 322513 h 1554972"/>
                  <a:gd name="csX52" fmla="*/ 732448 w 1777617"/>
                  <a:gd name="csY52" fmla="*/ 357067 h 1554972"/>
                  <a:gd name="csX53" fmla="*/ 721832 w 1777617"/>
                  <a:gd name="csY53" fmla="*/ 391623 h 1554972"/>
                  <a:gd name="csX54" fmla="*/ 615681 w 1777617"/>
                  <a:gd name="csY54" fmla="*/ 495287 h 1554972"/>
                  <a:gd name="csX55" fmla="*/ 551989 w 1777617"/>
                  <a:gd name="csY55" fmla="*/ 541360 h 1554972"/>
                  <a:gd name="csX56" fmla="*/ 530760 w 1777617"/>
                  <a:gd name="csY56" fmla="*/ 575916 h 1554972"/>
                  <a:gd name="csX57" fmla="*/ 445838 w 1777617"/>
                  <a:gd name="csY57" fmla="*/ 633507 h 1554972"/>
                  <a:gd name="csX58" fmla="*/ 403377 w 1777617"/>
                  <a:gd name="csY58" fmla="*/ 645026 h 1554972"/>
                  <a:gd name="csX59" fmla="*/ 318456 w 1777617"/>
                  <a:gd name="csY59" fmla="*/ 668062 h 1554972"/>
                  <a:gd name="csX60" fmla="*/ 159228 w 1777617"/>
                  <a:gd name="csY60" fmla="*/ 679580 h 1554972"/>
                  <a:gd name="csX61" fmla="*/ 137998 w 1777617"/>
                  <a:gd name="csY61" fmla="*/ 748690 h 1554972"/>
                  <a:gd name="csX62" fmla="*/ 127382 w 1777617"/>
                  <a:gd name="csY62" fmla="*/ 806282 h 1554972"/>
                  <a:gd name="csX63" fmla="*/ 106152 w 1777617"/>
                  <a:gd name="csY63" fmla="*/ 932983 h 1554972"/>
                  <a:gd name="csX64" fmla="*/ 63691 w 1777617"/>
                  <a:gd name="csY64" fmla="*/ 1013611 h 1554972"/>
                  <a:gd name="csX65" fmla="*/ 84922 w 1777617"/>
                  <a:gd name="csY65" fmla="*/ 967538 h 1554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</a:cxnLst>
                <a:rect l="l" t="t" r="r" b="b"/>
                <a:pathLst>
                  <a:path w="1777617" h="1554972" fill="none" extrusionOk="0">
                    <a:moveTo>
                      <a:pt x="84922" y="967538"/>
                    </a:moveTo>
                    <a:cubicBezTo>
                      <a:pt x="84780" y="979623"/>
                      <a:pt x="44035" y="1066631"/>
                      <a:pt x="21230" y="1128794"/>
                    </a:cubicBezTo>
                    <a:cubicBezTo>
                      <a:pt x="18358" y="1144641"/>
                      <a:pt x="14807" y="1159487"/>
                      <a:pt x="10615" y="1174868"/>
                    </a:cubicBezTo>
                    <a:cubicBezTo>
                      <a:pt x="8759" y="1186971"/>
                      <a:pt x="3602" y="1197525"/>
                      <a:pt x="0" y="1209422"/>
                    </a:cubicBezTo>
                    <a:cubicBezTo>
                      <a:pt x="5431" y="1266076"/>
                      <a:pt x="2768" y="1301945"/>
                      <a:pt x="21230" y="1347643"/>
                    </a:cubicBezTo>
                    <a:cubicBezTo>
                      <a:pt x="26894" y="1363310"/>
                      <a:pt x="50280" y="1411457"/>
                      <a:pt x="63691" y="1428270"/>
                    </a:cubicBezTo>
                    <a:cubicBezTo>
                      <a:pt x="72571" y="1437935"/>
                      <a:pt x="85622" y="1442580"/>
                      <a:pt x="95537" y="1451307"/>
                    </a:cubicBezTo>
                    <a:cubicBezTo>
                      <a:pt x="108349" y="1462501"/>
                      <a:pt x="116704" y="1477599"/>
                      <a:pt x="127382" y="1485861"/>
                    </a:cubicBezTo>
                    <a:cubicBezTo>
                      <a:pt x="148399" y="1498284"/>
                      <a:pt x="172760" y="1503103"/>
                      <a:pt x="191073" y="1508899"/>
                    </a:cubicBezTo>
                    <a:cubicBezTo>
                      <a:pt x="200996" y="1515321"/>
                      <a:pt x="221841" y="1525594"/>
                      <a:pt x="254765" y="1531934"/>
                    </a:cubicBezTo>
                    <a:cubicBezTo>
                      <a:pt x="263420" y="1534855"/>
                      <a:pt x="274966" y="1540836"/>
                      <a:pt x="286610" y="1543453"/>
                    </a:cubicBezTo>
                    <a:cubicBezTo>
                      <a:pt x="321755" y="1546483"/>
                      <a:pt x="336270" y="1547715"/>
                      <a:pt x="360917" y="1554972"/>
                    </a:cubicBezTo>
                    <a:cubicBezTo>
                      <a:pt x="411741" y="1545527"/>
                      <a:pt x="462375" y="1545431"/>
                      <a:pt x="509529" y="1543453"/>
                    </a:cubicBezTo>
                    <a:cubicBezTo>
                      <a:pt x="524704" y="1541859"/>
                      <a:pt x="538401" y="1539341"/>
                      <a:pt x="551989" y="1531934"/>
                    </a:cubicBezTo>
                    <a:cubicBezTo>
                      <a:pt x="574052" y="1520895"/>
                      <a:pt x="595504" y="1501413"/>
                      <a:pt x="615681" y="1485861"/>
                    </a:cubicBezTo>
                    <a:cubicBezTo>
                      <a:pt x="651942" y="1460263"/>
                      <a:pt x="688759" y="1426930"/>
                      <a:pt x="711217" y="1393716"/>
                    </a:cubicBezTo>
                    <a:cubicBezTo>
                      <a:pt x="718943" y="1377110"/>
                      <a:pt x="740603" y="1331806"/>
                      <a:pt x="753679" y="1313087"/>
                    </a:cubicBezTo>
                    <a:cubicBezTo>
                      <a:pt x="765825" y="1296212"/>
                      <a:pt x="787564" y="1282514"/>
                      <a:pt x="806755" y="1267014"/>
                    </a:cubicBezTo>
                    <a:cubicBezTo>
                      <a:pt x="835644" y="1245343"/>
                      <a:pt x="873166" y="1245134"/>
                      <a:pt x="912906" y="1232460"/>
                    </a:cubicBezTo>
                    <a:cubicBezTo>
                      <a:pt x="926600" y="1233213"/>
                      <a:pt x="1082198" y="1245013"/>
                      <a:pt x="1125210" y="1255495"/>
                    </a:cubicBezTo>
                    <a:cubicBezTo>
                      <a:pt x="1172243" y="1267043"/>
                      <a:pt x="1170765" y="1288455"/>
                      <a:pt x="1210131" y="1324605"/>
                    </a:cubicBezTo>
                    <a:cubicBezTo>
                      <a:pt x="1224072" y="1339978"/>
                      <a:pt x="1240138" y="1349362"/>
                      <a:pt x="1252591" y="1359160"/>
                    </a:cubicBezTo>
                    <a:cubicBezTo>
                      <a:pt x="1357884" y="1454534"/>
                      <a:pt x="1201908" y="1336354"/>
                      <a:pt x="1326898" y="1428270"/>
                    </a:cubicBezTo>
                    <a:cubicBezTo>
                      <a:pt x="1334512" y="1440548"/>
                      <a:pt x="1338803" y="1453552"/>
                      <a:pt x="1348129" y="1462826"/>
                    </a:cubicBezTo>
                    <a:cubicBezTo>
                      <a:pt x="1374194" y="1485453"/>
                      <a:pt x="1433050" y="1520417"/>
                      <a:pt x="1433050" y="1520417"/>
                    </a:cubicBezTo>
                    <a:cubicBezTo>
                      <a:pt x="1473069" y="1519708"/>
                      <a:pt x="1558420" y="1514483"/>
                      <a:pt x="1592278" y="1485861"/>
                    </a:cubicBezTo>
                    <a:cubicBezTo>
                      <a:pt x="1610795" y="1472246"/>
                      <a:pt x="1621784" y="1446878"/>
                      <a:pt x="1634738" y="1428270"/>
                    </a:cubicBezTo>
                    <a:cubicBezTo>
                      <a:pt x="1653463" y="1409332"/>
                      <a:pt x="1674160" y="1391732"/>
                      <a:pt x="1687814" y="1370678"/>
                    </a:cubicBezTo>
                    <a:cubicBezTo>
                      <a:pt x="1712216" y="1334571"/>
                      <a:pt x="1751505" y="1255494"/>
                      <a:pt x="1751505" y="1255495"/>
                    </a:cubicBezTo>
                    <a:cubicBezTo>
                      <a:pt x="1755960" y="1235789"/>
                      <a:pt x="1757938" y="1219650"/>
                      <a:pt x="1762121" y="1197904"/>
                    </a:cubicBezTo>
                    <a:cubicBezTo>
                      <a:pt x="1774185" y="1148696"/>
                      <a:pt x="1791675" y="1148324"/>
                      <a:pt x="1762121" y="1082721"/>
                    </a:cubicBezTo>
                    <a:cubicBezTo>
                      <a:pt x="1753290" y="1060985"/>
                      <a:pt x="1730759" y="1053299"/>
                      <a:pt x="1719660" y="1036648"/>
                    </a:cubicBezTo>
                    <a:cubicBezTo>
                      <a:pt x="1687981" y="984872"/>
                      <a:pt x="1650391" y="929148"/>
                      <a:pt x="1624124" y="875392"/>
                    </a:cubicBezTo>
                    <a:cubicBezTo>
                      <a:pt x="1594456" y="792836"/>
                      <a:pt x="1595924" y="786033"/>
                      <a:pt x="1560433" y="714135"/>
                    </a:cubicBezTo>
                    <a:cubicBezTo>
                      <a:pt x="1543657" y="680512"/>
                      <a:pt x="1519463" y="632360"/>
                      <a:pt x="1486126" y="610470"/>
                    </a:cubicBezTo>
                    <a:cubicBezTo>
                      <a:pt x="1434689" y="583629"/>
                      <a:pt x="1381643" y="565898"/>
                      <a:pt x="1326898" y="552879"/>
                    </a:cubicBezTo>
                    <a:cubicBezTo>
                      <a:pt x="1292368" y="547534"/>
                      <a:pt x="1263437" y="539799"/>
                      <a:pt x="1231362" y="541360"/>
                    </a:cubicBezTo>
                    <a:cubicBezTo>
                      <a:pt x="1219760" y="538335"/>
                      <a:pt x="1205243" y="540128"/>
                      <a:pt x="1199516" y="529842"/>
                    </a:cubicBezTo>
                    <a:cubicBezTo>
                      <a:pt x="1166674" y="481308"/>
                      <a:pt x="1183713" y="423744"/>
                      <a:pt x="1188901" y="368586"/>
                    </a:cubicBezTo>
                    <a:cubicBezTo>
                      <a:pt x="1196281" y="336489"/>
                      <a:pt x="1205647" y="314808"/>
                      <a:pt x="1210131" y="287958"/>
                    </a:cubicBezTo>
                    <a:cubicBezTo>
                      <a:pt x="1206553" y="272797"/>
                      <a:pt x="1209563" y="254439"/>
                      <a:pt x="1199516" y="241884"/>
                    </a:cubicBezTo>
                    <a:cubicBezTo>
                      <a:pt x="1192149" y="232417"/>
                      <a:pt x="1176275" y="236327"/>
                      <a:pt x="1167670" y="230367"/>
                    </a:cubicBezTo>
                    <a:cubicBezTo>
                      <a:pt x="1139113" y="209239"/>
                      <a:pt x="1110980" y="180863"/>
                      <a:pt x="1082749" y="161257"/>
                    </a:cubicBezTo>
                    <a:cubicBezTo>
                      <a:pt x="1045725" y="138495"/>
                      <a:pt x="1015369" y="95824"/>
                      <a:pt x="955367" y="57592"/>
                    </a:cubicBezTo>
                    <a:cubicBezTo>
                      <a:pt x="941043" y="46849"/>
                      <a:pt x="929393" y="29262"/>
                      <a:pt x="912906" y="23037"/>
                    </a:cubicBezTo>
                    <a:cubicBezTo>
                      <a:pt x="852742" y="-1300"/>
                      <a:pt x="896230" y="8891"/>
                      <a:pt x="796139" y="0"/>
                    </a:cubicBezTo>
                    <a:cubicBezTo>
                      <a:pt x="747217" y="6098"/>
                      <a:pt x="725200" y="12085"/>
                      <a:pt x="679372" y="23037"/>
                    </a:cubicBezTo>
                    <a:cubicBezTo>
                      <a:pt x="665962" y="25442"/>
                      <a:pt x="651516" y="29217"/>
                      <a:pt x="636911" y="34555"/>
                    </a:cubicBezTo>
                    <a:cubicBezTo>
                      <a:pt x="630858" y="48757"/>
                      <a:pt x="614961" y="62739"/>
                      <a:pt x="615681" y="80628"/>
                    </a:cubicBezTo>
                    <a:cubicBezTo>
                      <a:pt x="602062" y="137189"/>
                      <a:pt x="656715" y="184274"/>
                      <a:pt x="668757" y="241884"/>
                    </a:cubicBezTo>
                    <a:cubicBezTo>
                      <a:pt x="677606" y="261562"/>
                      <a:pt x="679138" y="284741"/>
                      <a:pt x="689987" y="299476"/>
                    </a:cubicBezTo>
                    <a:cubicBezTo>
                      <a:pt x="697568" y="312480"/>
                      <a:pt x="711560" y="314483"/>
                      <a:pt x="721832" y="322513"/>
                    </a:cubicBezTo>
                    <a:cubicBezTo>
                      <a:pt x="724480" y="334655"/>
                      <a:pt x="730934" y="344782"/>
                      <a:pt x="732448" y="357067"/>
                    </a:cubicBezTo>
                    <a:cubicBezTo>
                      <a:pt x="733577" y="370435"/>
                      <a:pt x="730084" y="381917"/>
                      <a:pt x="721832" y="391623"/>
                    </a:cubicBezTo>
                    <a:cubicBezTo>
                      <a:pt x="692369" y="430839"/>
                      <a:pt x="648395" y="472644"/>
                      <a:pt x="615681" y="495287"/>
                    </a:cubicBezTo>
                    <a:cubicBezTo>
                      <a:pt x="594778" y="511164"/>
                      <a:pt x="551989" y="541361"/>
                      <a:pt x="551989" y="541360"/>
                    </a:cubicBezTo>
                    <a:cubicBezTo>
                      <a:pt x="542953" y="554517"/>
                      <a:pt x="541287" y="567006"/>
                      <a:pt x="530760" y="575916"/>
                    </a:cubicBezTo>
                    <a:cubicBezTo>
                      <a:pt x="499103" y="596800"/>
                      <a:pt x="477201" y="622948"/>
                      <a:pt x="445838" y="633507"/>
                    </a:cubicBezTo>
                    <a:cubicBezTo>
                      <a:pt x="431574" y="634799"/>
                      <a:pt x="418472" y="641204"/>
                      <a:pt x="403377" y="645026"/>
                    </a:cubicBezTo>
                    <a:cubicBezTo>
                      <a:pt x="362695" y="658542"/>
                      <a:pt x="368509" y="663304"/>
                      <a:pt x="318456" y="668062"/>
                    </a:cubicBezTo>
                    <a:cubicBezTo>
                      <a:pt x="263502" y="681107"/>
                      <a:pt x="213084" y="674470"/>
                      <a:pt x="159228" y="679580"/>
                    </a:cubicBezTo>
                    <a:cubicBezTo>
                      <a:pt x="150342" y="699087"/>
                      <a:pt x="146865" y="723409"/>
                      <a:pt x="137998" y="748690"/>
                    </a:cubicBezTo>
                    <a:cubicBezTo>
                      <a:pt x="135589" y="765889"/>
                      <a:pt x="131405" y="788713"/>
                      <a:pt x="127382" y="806282"/>
                    </a:cubicBezTo>
                    <a:cubicBezTo>
                      <a:pt x="115952" y="875550"/>
                      <a:pt x="119866" y="869903"/>
                      <a:pt x="106152" y="932983"/>
                    </a:cubicBezTo>
                    <a:cubicBezTo>
                      <a:pt x="96023" y="979615"/>
                      <a:pt x="101509" y="983624"/>
                      <a:pt x="63691" y="1013611"/>
                    </a:cubicBezTo>
                    <a:cubicBezTo>
                      <a:pt x="62821" y="1016642"/>
                      <a:pt x="93825" y="948782"/>
                      <a:pt x="84922" y="967538"/>
                    </a:cubicBezTo>
                    <a:close/>
                  </a:path>
                  <a:path w="1777617" h="1554972" stroke="0" extrusionOk="0">
                    <a:moveTo>
                      <a:pt x="84922" y="967538"/>
                    </a:moveTo>
                    <a:cubicBezTo>
                      <a:pt x="73995" y="984361"/>
                      <a:pt x="32094" y="1077544"/>
                      <a:pt x="21230" y="1128794"/>
                    </a:cubicBezTo>
                    <a:cubicBezTo>
                      <a:pt x="18207" y="1144025"/>
                      <a:pt x="12274" y="1159721"/>
                      <a:pt x="10615" y="1174868"/>
                    </a:cubicBezTo>
                    <a:cubicBezTo>
                      <a:pt x="6573" y="1187488"/>
                      <a:pt x="3111" y="1200263"/>
                      <a:pt x="0" y="1209422"/>
                    </a:cubicBezTo>
                    <a:cubicBezTo>
                      <a:pt x="962" y="1264425"/>
                      <a:pt x="7386" y="1302673"/>
                      <a:pt x="21230" y="1347643"/>
                    </a:cubicBezTo>
                    <a:cubicBezTo>
                      <a:pt x="28897" y="1363618"/>
                      <a:pt x="51784" y="1410896"/>
                      <a:pt x="63691" y="1428270"/>
                    </a:cubicBezTo>
                    <a:cubicBezTo>
                      <a:pt x="70924" y="1437784"/>
                      <a:pt x="84086" y="1443999"/>
                      <a:pt x="95537" y="1451307"/>
                    </a:cubicBezTo>
                    <a:cubicBezTo>
                      <a:pt x="106954" y="1460638"/>
                      <a:pt x="113333" y="1479238"/>
                      <a:pt x="127382" y="1485861"/>
                    </a:cubicBezTo>
                    <a:cubicBezTo>
                      <a:pt x="150807" y="1499816"/>
                      <a:pt x="174192" y="1502265"/>
                      <a:pt x="191073" y="1508899"/>
                    </a:cubicBezTo>
                    <a:cubicBezTo>
                      <a:pt x="203164" y="1507859"/>
                      <a:pt x="223095" y="1521968"/>
                      <a:pt x="254765" y="1531934"/>
                    </a:cubicBezTo>
                    <a:cubicBezTo>
                      <a:pt x="266612" y="1537607"/>
                      <a:pt x="275554" y="1541951"/>
                      <a:pt x="286610" y="1543453"/>
                    </a:cubicBezTo>
                    <a:cubicBezTo>
                      <a:pt x="300064" y="1543305"/>
                      <a:pt x="336384" y="1544875"/>
                      <a:pt x="360917" y="1554972"/>
                    </a:cubicBezTo>
                    <a:cubicBezTo>
                      <a:pt x="413431" y="1548526"/>
                      <a:pt x="460746" y="1546693"/>
                      <a:pt x="509529" y="1543453"/>
                    </a:cubicBezTo>
                    <a:cubicBezTo>
                      <a:pt x="522359" y="1541978"/>
                      <a:pt x="538340" y="1538600"/>
                      <a:pt x="551989" y="1531934"/>
                    </a:cubicBezTo>
                    <a:cubicBezTo>
                      <a:pt x="571331" y="1519305"/>
                      <a:pt x="592330" y="1496897"/>
                      <a:pt x="615681" y="1485861"/>
                    </a:cubicBezTo>
                    <a:cubicBezTo>
                      <a:pt x="649546" y="1458718"/>
                      <a:pt x="690819" y="1434465"/>
                      <a:pt x="711217" y="1393716"/>
                    </a:cubicBezTo>
                    <a:cubicBezTo>
                      <a:pt x="718109" y="1378212"/>
                      <a:pt x="741949" y="1331800"/>
                      <a:pt x="753679" y="1313087"/>
                    </a:cubicBezTo>
                    <a:cubicBezTo>
                      <a:pt x="769577" y="1298602"/>
                      <a:pt x="790644" y="1277696"/>
                      <a:pt x="806755" y="1267014"/>
                    </a:cubicBezTo>
                    <a:cubicBezTo>
                      <a:pt x="840014" y="1246913"/>
                      <a:pt x="869823" y="1241092"/>
                      <a:pt x="912906" y="1232460"/>
                    </a:cubicBezTo>
                    <a:cubicBezTo>
                      <a:pt x="929749" y="1235050"/>
                      <a:pt x="1083349" y="1244307"/>
                      <a:pt x="1125210" y="1255495"/>
                    </a:cubicBezTo>
                    <a:cubicBezTo>
                      <a:pt x="1172037" y="1266709"/>
                      <a:pt x="1170433" y="1290242"/>
                      <a:pt x="1210131" y="1324605"/>
                    </a:cubicBezTo>
                    <a:cubicBezTo>
                      <a:pt x="1223857" y="1337601"/>
                      <a:pt x="1238396" y="1348970"/>
                      <a:pt x="1252591" y="1359160"/>
                    </a:cubicBezTo>
                    <a:cubicBezTo>
                      <a:pt x="1348398" y="1470857"/>
                      <a:pt x="1185972" y="1304985"/>
                      <a:pt x="1326898" y="1428270"/>
                    </a:cubicBezTo>
                    <a:cubicBezTo>
                      <a:pt x="1335326" y="1440211"/>
                      <a:pt x="1338108" y="1452961"/>
                      <a:pt x="1348129" y="1462826"/>
                    </a:cubicBezTo>
                    <a:cubicBezTo>
                      <a:pt x="1374195" y="1485453"/>
                      <a:pt x="1433049" y="1520417"/>
                      <a:pt x="1433050" y="1520417"/>
                    </a:cubicBezTo>
                    <a:cubicBezTo>
                      <a:pt x="1465881" y="1525070"/>
                      <a:pt x="1553678" y="1516472"/>
                      <a:pt x="1592278" y="1485861"/>
                    </a:cubicBezTo>
                    <a:cubicBezTo>
                      <a:pt x="1611126" y="1470044"/>
                      <a:pt x="1620664" y="1444663"/>
                      <a:pt x="1634738" y="1428270"/>
                    </a:cubicBezTo>
                    <a:cubicBezTo>
                      <a:pt x="1647243" y="1406468"/>
                      <a:pt x="1674948" y="1390674"/>
                      <a:pt x="1687814" y="1370678"/>
                    </a:cubicBezTo>
                    <a:cubicBezTo>
                      <a:pt x="1712215" y="1334571"/>
                      <a:pt x="1751505" y="1255495"/>
                      <a:pt x="1751505" y="1255495"/>
                    </a:cubicBezTo>
                    <a:cubicBezTo>
                      <a:pt x="1756923" y="1235926"/>
                      <a:pt x="1757684" y="1217124"/>
                      <a:pt x="1762121" y="1197904"/>
                    </a:cubicBezTo>
                    <a:cubicBezTo>
                      <a:pt x="1774250" y="1149023"/>
                      <a:pt x="1789981" y="1148821"/>
                      <a:pt x="1762121" y="1082721"/>
                    </a:cubicBezTo>
                    <a:cubicBezTo>
                      <a:pt x="1757642" y="1063070"/>
                      <a:pt x="1731920" y="1054816"/>
                      <a:pt x="1719660" y="1036648"/>
                    </a:cubicBezTo>
                    <a:cubicBezTo>
                      <a:pt x="1690777" y="990204"/>
                      <a:pt x="1646710" y="939887"/>
                      <a:pt x="1624124" y="875392"/>
                    </a:cubicBezTo>
                    <a:cubicBezTo>
                      <a:pt x="1595862" y="792931"/>
                      <a:pt x="1596315" y="785782"/>
                      <a:pt x="1560433" y="714135"/>
                    </a:cubicBezTo>
                    <a:cubicBezTo>
                      <a:pt x="1542123" y="682794"/>
                      <a:pt x="1522674" y="631441"/>
                      <a:pt x="1486126" y="610470"/>
                    </a:cubicBezTo>
                    <a:cubicBezTo>
                      <a:pt x="1440958" y="577231"/>
                      <a:pt x="1377739" y="553795"/>
                      <a:pt x="1326898" y="552879"/>
                    </a:cubicBezTo>
                    <a:cubicBezTo>
                      <a:pt x="1293156" y="548902"/>
                      <a:pt x="1263507" y="549696"/>
                      <a:pt x="1231362" y="541360"/>
                    </a:cubicBezTo>
                    <a:cubicBezTo>
                      <a:pt x="1220086" y="536766"/>
                      <a:pt x="1207011" y="538649"/>
                      <a:pt x="1199516" y="529842"/>
                    </a:cubicBezTo>
                    <a:cubicBezTo>
                      <a:pt x="1166241" y="479098"/>
                      <a:pt x="1187734" y="426330"/>
                      <a:pt x="1188901" y="368586"/>
                    </a:cubicBezTo>
                    <a:cubicBezTo>
                      <a:pt x="1189033" y="341230"/>
                      <a:pt x="1201666" y="313634"/>
                      <a:pt x="1210131" y="287958"/>
                    </a:cubicBezTo>
                    <a:cubicBezTo>
                      <a:pt x="1206655" y="271973"/>
                      <a:pt x="1209060" y="252973"/>
                      <a:pt x="1199516" y="241884"/>
                    </a:cubicBezTo>
                    <a:cubicBezTo>
                      <a:pt x="1191954" y="232449"/>
                      <a:pt x="1177198" y="236748"/>
                      <a:pt x="1167670" y="230367"/>
                    </a:cubicBezTo>
                    <a:cubicBezTo>
                      <a:pt x="1138763" y="209011"/>
                      <a:pt x="1116272" y="183889"/>
                      <a:pt x="1082749" y="161257"/>
                    </a:cubicBezTo>
                    <a:cubicBezTo>
                      <a:pt x="1060699" y="151547"/>
                      <a:pt x="985479" y="100379"/>
                      <a:pt x="955367" y="57592"/>
                    </a:cubicBezTo>
                    <a:cubicBezTo>
                      <a:pt x="940860" y="47827"/>
                      <a:pt x="929218" y="28601"/>
                      <a:pt x="912906" y="23037"/>
                    </a:cubicBezTo>
                    <a:cubicBezTo>
                      <a:pt x="855700" y="3102"/>
                      <a:pt x="889823" y="13679"/>
                      <a:pt x="796139" y="0"/>
                    </a:cubicBezTo>
                    <a:cubicBezTo>
                      <a:pt x="747420" y="9257"/>
                      <a:pt x="723867" y="11601"/>
                      <a:pt x="679372" y="23037"/>
                    </a:cubicBezTo>
                    <a:cubicBezTo>
                      <a:pt x="663165" y="27200"/>
                      <a:pt x="651012" y="31517"/>
                      <a:pt x="636911" y="34555"/>
                    </a:cubicBezTo>
                    <a:cubicBezTo>
                      <a:pt x="628565" y="48801"/>
                      <a:pt x="618198" y="63629"/>
                      <a:pt x="615681" y="80628"/>
                    </a:cubicBezTo>
                    <a:cubicBezTo>
                      <a:pt x="602576" y="143367"/>
                      <a:pt x="642693" y="189561"/>
                      <a:pt x="668757" y="241884"/>
                    </a:cubicBezTo>
                    <a:cubicBezTo>
                      <a:pt x="673303" y="258133"/>
                      <a:pt x="679119" y="280025"/>
                      <a:pt x="689987" y="299476"/>
                    </a:cubicBezTo>
                    <a:cubicBezTo>
                      <a:pt x="697152" y="311102"/>
                      <a:pt x="710440" y="316773"/>
                      <a:pt x="721832" y="322513"/>
                    </a:cubicBezTo>
                    <a:cubicBezTo>
                      <a:pt x="725090" y="334099"/>
                      <a:pt x="732736" y="345716"/>
                      <a:pt x="732448" y="357067"/>
                    </a:cubicBezTo>
                    <a:cubicBezTo>
                      <a:pt x="730382" y="368850"/>
                      <a:pt x="728662" y="380980"/>
                      <a:pt x="721832" y="391623"/>
                    </a:cubicBezTo>
                    <a:cubicBezTo>
                      <a:pt x="695830" y="426134"/>
                      <a:pt x="658203" y="461974"/>
                      <a:pt x="615681" y="495287"/>
                    </a:cubicBezTo>
                    <a:cubicBezTo>
                      <a:pt x="594777" y="511164"/>
                      <a:pt x="551990" y="541360"/>
                      <a:pt x="551989" y="541360"/>
                    </a:cubicBezTo>
                    <a:cubicBezTo>
                      <a:pt x="545209" y="554548"/>
                      <a:pt x="542481" y="565620"/>
                      <a:pt x="530760" y="575916"/>
                    </a:cubicBezTo>
                    <a:cubicBezTo>
                      <a:pt x="505247" y="598578"/>
                      <a:pt x="478130" y="623580"/>
                      <a:pt x="445838" y="633507"/>
                    </a:cubicBezTo>
                    <a:cubicBezTo>
                      <a:pt x="431011" y="637420"/>
                      <a:pt x="417862" y="641236"/>
                      <a:pt x="403377" y="645026"/>
                    </a:cubicBezTo>
                    <a:cubicBezTo>
                      <a:pt x="363148" y="657722"/>
                      <a:pt x="369043" y="662381"/>
                      <a:pt x="318456" y="668062"/>
                    </a:cubicBezTo>
                    <a:cubicBezTo>
                      <a:pt x="266226" y="672130"/>
                      <a:pt x="221924" y="679987"/>
                      <a:pt x="159228" y="679580"/>
                    </a:cubicBezTo>
                    <a:cubicBezTo>
                      <a:pt x="154030" y="699667"/>
                      <a:pt x="143506" y="724506"/>
                      <a:pt x="137998" y="748690"/>
                    </a:cubicBezTo>
                    <a:cubicBezTo>
                      <a:pt x="137424" y="768418"/>
                      <a:pt x="130677" y="787883"/>
                      <a:pt x="127382" y="806282"/>
                    </a:cubicBezTo>
                    <a:cubicBezTo>
                      <a:pt x="115785" y="874990"/>
                      <a:pt x="119372" y="868983"/>
                      <a:pt x="106152" y="932983"/>
                    </a:cubicBezTo>
                    <a:cubicBezTo>
                      <a:pt x="96504" y="978912"/>
                      <a:pt x="101275" y="983042"/>
                      <a:pt x="63691" y="1013611"/>
                    </a:cubicBezTo>
                    <a:cubicBezTo>
                      <a:pt x="61015" y="1016226"/>
                      <a:pt x="96018" y="948253"/>
                      <a:pt x="84922" y="967538"/>
                    </a:cubicBezTo>
                    <a:close/>
                  </a:path>
                </a:pathLst>
              </a:custGeom>
              <a:solidFill>
                <a:srgbClr val="156082">
                  <a:alpha val="65098"/>
                </a:srgbClr>
              </a:solidFill>
              <a:ln w="15875">
                <a:solidFill>
                  <a:schemeClr val="accent1">
                    <a:shade val="1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75415 w 1578611"/>
                          <a:gd name="csY0" fmla="*/ 791852 h 1272619"/>
                          <a:gd name="csX1" fmla="*/ 18854 w 1578611"/>
                          <a:gd name="csY1" fmla="*/ 923827 h 1272619"/>
                          <a:gd name="csX2" fmla="*/ 9427 w 1578611"/>
                          <a:gd name="csY2" fmla="*/ 961535 h 1272619"/>
                          <a:gd name="csX3" fmla="*/ 0 w 1578611"/>
                          <a:gd name="csY3" fmla="*/ 989815 h 1272619"/>
                          <a:gd name="csX4" fmla="*/ 18854 w 1578611"/>
                          <a:gd name="csY4" fmla="*/ 1102937 h 1272619"/>
                          <a:gd name="csX5" fmla="*/ 56561 w 1578611"/>
                          <a:gd name="csY5" fmla="*/ 1168924 h 1272619"/>
                          <a:gd name="csX6" fmla="*/ 84842 w 1578611"/>
                          <a:gd name="csY6" fmla="*/ 1187778 h 1272619"/>
                          <a:gd name="csX7" fmla="*/ 113122 w 1578611"/>
                          <a:gd name="csY7" fmla="*/ 1216058 h 1272619"/>
                          <a:gd name="csX8" fmla="*/ 169683 w 1578611"/>
                          <a:gd name="csY8" fmla="*/ 1234912 h 1272619"/>
                          <a:gd name="csX9" fmla="*/ 226244 w 1578611"/>
                          <a:gd name="csY9" fmla="*/ 1253765 h 1272619"/>
                          <a:gd name="csX10" fmla="*/ 254524 w 1578611"/>
                          <a:gd name="csY10" fmla="*/ 1263192 h 1272619"/>
                          <a:gd name="csX11" fmla="*/ 320512 w 1578611"/>
                          <a:gd name="csY11" fmla="*/ 1272619 h 1272619"/>
                          <a:gd name="csX12" fmla="*/ 452487 w 1578611"/>
                          <a:gd name="csY12" fmla="*/ 1263192 h 1272619"/>
                          <a:gd name="csX13" fmla="*/ 490194 w 1578611"/>
                          <a:gd name="csY13" fmla="*/ 1253765 h 1272619"/>
                          <a:gd name="csX14" fmla="*/ 546755 w 1578611"/>
                          <a:gd name="csY14" fmla="*/ 1216058 h 1272619"/>
                          <a:gd name="csX15" fmla="*/ 631596 w 1578611"/>
                          <a:gd name="csY15" fmla="*/ 1140644 h 1272619"/>
                          <a:gd name="csX16" fmla="*/ 669304 w 1578611"/>
                          <a:gd name="csY16" fmla="*/ 1074656 h 1272619"/>
                          <a:gd name="csX17" fmla="*/ 716438 w 1578611"/>
                          <a:gd name="csY17" fmla="*/ 1036949 h 1272619"/>
                          <a:gd name="csX18" fmla="*/ 810706 w 1578611"/>
                          <a:gd name="csY18" fmla="*/ 1008669 h 1272619"/>
                          <a:gd name="csX19" fmla="*/ 999242 w 1578611"/>
                          <a:gd name="csY19" fmla="*/ 1027522 h 1272619"/>
                          <a:gd name="csX20" fmla="*/ 1074656 w 1578611"/>
                          <a:gd name="csY20" fmla="*/ 1084083 h 1272619"/>
                          <a:gd name="csX21" fmla="*/ 1112363 w 1578611"/>
                          <a:gd name="csY21" fmla="*/ 1112363 h 1272619"/>
                          <a:gd name="csX22" fmla="*/ 1178351 w 1578611"/>
                          <a:gd name="csY22" fmla="*/ 1168924 h 1272619"/>
                          <a:gd name="csX23" fmla="*/ 1197205 w 1578611"/>
                          <a:gd name="csY23" fmla="*/ 1197205 h 1272619"/>
                          <a:gd name="csX24" fmla="*/ 1272619 w 1578611"/>
                          <a:gd name="csY24" fmla="*/ 1244339 h 1272619"/>
                          <a:gd name="csX25" fmla="*/ 1414021 w 1578611"/>
                          <a:gd name="csY25" fmla="*/ 1216058 h 1272619"/>
                          <a:gd name="csX26" fmla="*/ 1451728 w 1578611"/>
                          <a:gd name="csY26" fmla="*/ 1168924 h 1272619"/>
                          <a:gd name="csX27" fmla="*/ 1498862 w 1578611"/>
                          <a:gd name="csY27" fmla="*/ 1121790 h 1272619"/>
                          <a:gd name="csX28" fmla="*/ 1555423 w 1578611"/>
                          <a:gd name="csY28" fmla="*/ 1027522 h 1272619"/>
                          <a:gd name="csX29" fmla="*/ 1564850 w 1578611"/>
                          <a:gd name="csY29" fmla="*/ 980388 h 1272619"/>
                          <a:gd name="csX30" fmla="*/ 1564850 w 1578611"/>
                          <a:gd name="csY30" fmla="*/ 886120 h 1272619"/>
                          <a:gd name="csX31" fmla="*/ 1527143 w 1578611"/>
                          <a:gd name="csY31" fmla="*/ 848413 h 1272619"/>
                          <a:gd name="csX32" fmla="*/ 1442302 w 1578611"/>
                          <a:gd name="csY32" fmla="*/ 716438 h 1272619"/>
                          <a:gd name="csX33" fmla="*/ 1385741 w 1578611"/>
                          <a:gd name="csY33" fmla="*/ 584462 h 1272619"/>
                          <a:gd name="csX34" fmla="*/ 1319753 w 1578611"/>
                          <a:gd name="csY34" fmla="*/ 499621 h 1272619"/>
                          <a:gd name="csX35" fmla="*/ 1178351 w 1578611"/>
                          <a:gd name="csY35" fmla="*/ 452487 h 1272619"/>
                          <a:gd name="csX36" fmla="*/ 1093510 w 1578611"/>
                          <a:gd name="csY36" fmla="*/ 443060 h 1272619"/>
                          <a:gd name="csX37" fmla="*/ 1065229 w 1578611"/>
                          <a:gd name="csY37" fmla="*/ 433633 h 1272619"/>
                          <a:gd name="csX38" fmla="*/ 1055803 w 1578611"/>
                          <a:gd name="csY38" fmla="*/ 301658 h 1272619"/>
                          <a:gd name="csX39" fmla="*/ 1074656 w 1578611"/>
                          <a:gd name="csY39" fmla="*/ 235671 h 1272619"/>
                          <a:gd name="csX40" fmla="*/ 1065229 w 1578611"/>
                          <a:gd name="csY40" fmla="*/ 197963 h 1272619"/>
                          <a:gd name="csX41" fmla="*/ 1036949 w 1578611"/>
                          <a:gd name="csY41" fmla="*/ 188537 h 1272619"/>
                          <a:gd name="csX42" fmla="*/ 961535 w 1578611"/>
                          <a:gd name="csY42" fmla="*/ 131976 h 1272619"/>
                          <a:gd name="csX43" fmla="*/ 848413 w 1578611"/>
                          <a:gd name="csY43" fmla="*/ 47135 h 1272619"/>
                          <a:gd name="csX44" fmla="*/ 810706 w 1578611"/>
                          <a:gd name="csY44" fmla="*/ 18854 h 1272619"/>
                          <a:gd name="csX45" fmla="*/ 707011 w 1578611"/>
                          <a:gd name="csY45" fmla="*/ 0 h 1272619"/>
                          <a:gd name="csX46" fmla="*/ 603316 w 1578611"/>
                          <a:gd name="csY46" fmla="*/ 18854 h 1272619"/>
                          <a:gd name="csX47" fmla="*/ 565609 w 1578611"/>
                          <a:gd name="csY47" fmla="*/ 28281 h 1272619"/>
                          <a:gd name="csX48" fmla="*/ 546755 w 1578611"/>
                          <a:gd name="csY48" fmla="*/ 65988 h 1272619"/>
                          <a:gd name="csX49" fmla="*/ 593889 w 1578611"/>
                          <a:gd name="csY49" fmla="*/ 197963 h 1272619"/>
                          <a:gd name="csX50" fmla="*/ 612743 w 1578611"/>
                          <a:gd name="csY50" fmla="*/ 245097 h 1272619"/>
                          <a:gd name="csX51" fmla="*/ 641023 w 1578611"/>
                          <a:gd name="csY51" fmla="*/ 263951 h 1272619"/>
                          <a:gd name="csX52" fmla="*/ 650450 w 1578611"/>
                          <a:gd name="csY52" fmla="*/ 292231 h 1272619"/>
                          <a:gd name="csX53" fmla="*/ 641023 w 1578611"/>
                          <a:gd name="csY53" fmla="*/ 320512 h 1272619"/>
                          <a:gd name="csX54" fmla="*/ 546755 w 1578611"/>
                          <a:gd name="csY54" fmla="*/ 405353 h 1272619"/>
                          <a:gd name="csX55" fmla="*/ 490194 w 1578611"/>
                          <a:gd name="csY55" fmla="*/ 443060 h 1272619"/>
                          <a:gd name="csX56" fmla="*/ 471341 w 1578611"/>
                          <a:gd name="csY56" fmla="*/ 471341 h 1272619"/>
                          <a:gd name="csX57" fmla="*/ 395926 w 1578611"/>
                          <a:gd name="csY57" fmla="*/ 518475 h 1272619"/>
                          <a:gd name="csX58" fmla="*/ 358219 w 1578611"/>
                          <a:gd name="csY58" fmla="*/ 527902 h 1272619"/>
                          <a:gd name="csX59" fmla="*/ 282805 w 1578611"/>
                          <a:gd name="csY59" fmla="*/ 546755 h 1272619"/>
                          <a:gd name="csX60" fmla="*/ 141403 w 1578611"/>
                          <a:gd name="csY60" fmla="*/ 556182 h 1272619"/>
                          <a:gd name="csX61" fmla="*/ 122549 w 1578611"/>
                          <a:gd name="csY61" fmla="*/ 612743 h 1272619"/>
                          <a:gd name="csX62" fmla="*/ 113122 w 1578611"/>
                          <a:gd name="csY62" fmla="*/ 659877 h 1272619"/>
                          <a:gd name="csX63" fmla="*/ 94269 w 1578611"/>
                          <a:gd name="csY63" fmla="*/ 763572 h 1272619"/>
                          <a:gd name="csX64" fmla="*/ 56561 w 1578611"/>
                          <a:gd name="csY64" fmla="*/ 829559 h 1272619"/>
                          <a:gd name="csX65" fmla="*/ 75415 w 1578611"/>
                          <a:gd name="csY65" fmla="*/ 791852 h 127261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  <a:cxn ang="0">
                            <a:pos x="csX23" y="csY23"/>
                          </a:cxn>
                          <a:cxn ang="0">
                            <a:pos x="csX24" y="csY24"/>
                          </a:cxn>
                          <a:cxn ang="0">
                            <a:pos x="csX25" y="csY25"/>
                          </a:cxn>
                          <a:cxn ang="0">
                            <a:pos x="csX26" y="csY26"/>
                          </a:cxn>
                          <a:cxn ang="0">
                            <a:pos x="csX27" y="csY27"/>
                          </a:cxn>
                          <a:cxn ang="0">
                            <a:pos x="csX28" y="csY28"/>
                          </a:cxn>
                          <a:cxn ang="0">
                            <a:pos x="csX29" y="csY29"/>
                          </a:cxn>
                          <a:cxn ang="0">
                            <a:pos x="csX30" y="csY30"/>
                          </a:cxn>
                          <a:cxn ang="0">
                            <a:pos x="csX31" y="csY31"/>
                          </a:cxn>
                          <a:cxn ang="0">
                            <a:pos x="csX32" y="csY32"/>
                          </a:cxn>
                          <a:cxn ang="0">
                            <a:pos x="csX33" y="csY33"/>
                          </a:cxn>
                          <a:cxn ang="0">
                            <a:pos x="csX34" y="csY34"/>
                          </a:cxn>
                          <a:cxn ang="0">
                            <a:pos x="csX35" y="csY35"/>
                          </a:cxn>
                          <a:cxn ang="0">
                            <a:pos x="csX36" y="csY36"/>
                          </a:cxn>
                          <a:cxn ang="0">
                            <a:pos x="csX37" y="csY37"/>
                          </a:cxn>
                          <a:cxn ang="0">
                            <a:pos x="csX38" y="csY38"/>
                          </a:cxn>
                          <a:cxn ang="0">
                            <a:pos x="csX39" y="csY39"/>
                          </a:cxn>
                          <a:cxn ang="0">
                            <a:pos x="csX40" y="csY40"/>
                          </a:cxn>
                          <a:cxn ang="0">
                            <a:pos x="csX41" y="csY41"/>
                          </a:cxn>
                          <a:cxn ang="0">
                            <a:pos x="csX42" y="csY42"/>
                          </a:cxn>
                          <a:cxn ang="0">
                            <a:pos x="csX43" y="csY43"/>
                          </a:cxn>
                          <a:cxn ang="0">
                            <a:pos x="csX44" y="csY44"/>
                          </a:cxn>
                          <a:cxn ang="0">
                            <a:pos x="csX45" y="csY45"/>
                          </a:cxn>
                          <a:cxn ang="0">
                            <a:pos x="csX46" y="csY46"/>
                          </a:cxn>
                          <a:cxn ang="0">
                            <a:pos x="csX47" y="csY47"/>
                          </a:cxn>
                          <a:cxn ang="0">
                            <a:pos x="csX48" y="csY48"/>
                          </a:cxn>
                          <a:cxn ang="0">
                            <a:pos x="csX49" y="csY49"/>
                          </a:cxn>
                          <a:cxn ang="0">
                            <a:pos x="csX50" y="csY50"/>
                          </a:cxn>
                          <a:cxn ang="0">
                            <a:pos x="csX51" y="csY51"/>
                          </a:cxn>
                          <a:cxn ang="0">
                            <a:pos x="csX52" y="csY52"/>
                          </a:cxn>
                          <a:cxn ang="0">
                            <a:pos x="csX53" y="csY53"/>
                          </a:cxn>
                          <a:cxn ang="0">
                            <a:pos x="csX54" y="csY54"/>
                          </a:cxn>
                          <a:cxn ang="0">
                            <a:pos x="csX55" y="csY55"/>
                          </a:cxn>
                          <a:cxn ang="0">
                            <a:pos x="csX56" y="csY56"/>
                          </a:cxn>
                          <a:cxn ang="0">
                            <a:pos x="csX57" y="csY57"/>
                          </a:cxn>
                          <a:cxn ang="0">
                            <a:pos x="csX58" y="csY58"/>
                          </a:cxn>
                          <a:cxn ang="0">
                            <a:pos x="csX59" y="csY59"/>
                          </a:cxn>
                          <a:cxn ang="0">
                            <a:pos x="csX60" y="csY60"/>
                          </a:cxn>
                          <a:cxn ang="0">
                            <a:pos x="csX61" y="csY61"/>
                          </a:cxn>
                          <a:cxn ang="0">
                            <a:pos x="csX62" y="csY62"/>
                          </a:cxn>
                          <a:cxn ang="0">
                            <a:pos x="csX63" y="csY63"/>
                          </a:cxn>
                          <a:cxn ang="0">
                            <a:pos x="csX64" y="csY64"/>
                          </a:cxn>
                          <a:cxn ang="0">
                            <a:pos x="csX65" y="csY65"/>
                          </a:cxn>
                        </a:cxnLst>
                        <a:rect l="l" t="t" r="r" b="b"/>
                        <a:pathLst>
                          <a:path w="1578611" h="1272619">
                            <a:moveTo>
                              <a:pt x="75415" y="791852"/>
                            </a:moveTo>
                            <a:cubicBezTo>
                              <a:pt x="69130" y="807563"/>
                              <a:pt x="36201" y="879220"/>
                              <a:pt x="18854" y="923827"/>
                            </a:cubicBezTo>
                            <a:cubicBezTo>
                              <a:pt x="14158" y="935902"/>
                              <a:pt x="12986" y="949077"/>
                              <a:pt x="9427" y="961535"/>
                            </a:cubicBezTo>
                            <a:cubicBezTo>
                              <a:pt x="6697" y="971089"/>
                              <a:pt x="3142" y="980388"/>
                              <a:pt x="0" y="989815"/>
                            </a:cubicBezTo>
                            <a:cubicBezTo>
                              <a:pt x="5248" y="1037045"/>
                              <a:pt x="2272" y="1064245"/>
                              <a:pt x="18854" y="1102937"/>
                            </a:cubicBezTo>
                            <a:cubicBezTo>
                              <a:pt x="24398" y="1115873"/>
                              <a:pt x="44729" y="1157092"/>
                              <a:pt x="56561" y="1168924"/>
                            </a:cubicBezTo>
                            <a:cubicBezTo>
                              <a:pt x="64572" y="1176935"/>
                              <a:pt x="76138" y="1180525"/>
                              <a:pt x="84842" y="1187778"/>
                            </a:cubicBezTo>
                            <a:cubicBezTo>
                              <a:pt x="95083" y="1196312"/>
                              <a:pt x="101468" y="1209584"/>
                              <a:pt x="113122" y="1216058"/>
                            </a:cubicBezTo>
                            <a:cubicBezTo>
                              <a:pt x="130495" y="1225709"/>
                              <a:pt x="150829" y="1228627"/>
                              <a:pt x="169683" y="1234912"/>
                            </a:cubicBezTo>
                            <a:lnTo>
                              <a:pt x="226244" y="1253765"/>
                            </a:lnTo>
                            <a:cubicBezTo>
                              <a:pt x="235671" y="1256907"/>
                              <a:pt x="244687" y="1261787"/>
                              <a:pt x="254524" y="1263192"/>
                            </a:cubicBezTo>
                            <a:lnTo>
                              <a:pt x="320512" y="1272619"/>
                            </a:lnTo>
                            <a:cubicBezTo>
                              <a:pt x="364504" y="1269477"/>
                              <a:pt x="408653" y="1268063"/>
                              <a:pt x="452487" y="1263192"/>
                            </a:cubicBezTo>
                            <a:cubicBezTo>
                              <a:pt x="465364" y="1261761"/>
                              <a:pt x="478606" y="1259559"/>
                              <a:pt x="490194" y="1253765"/>
                            </a:cubicBezTo>
                            <a:cubicBezTo>
                              <a:pt x="510461" y="1243631"/>
                              <a:pt x="527901" y="1228627"/>
                              <a:pt x="546755" y="1216058"/>
                            </a:cubicBezTo>
                            <a:cubicBezTo>
                              <a:pt x="576645" y="1196132"/>
                              <a:pt x="615449" y="1172936"/>
                              <a:pt x="631596" y="1140644"/>
                            </a:cubicBezTo>
                            <a:cubicBezTo>
                              <a:pt x="638989" y="1125858"/>
                              <a:pt x="655980" y="1087980"/>
                              <a:pt x="669304" y="1074656"/>
                            </a:cubicBezTo>
                            <a:cubicBezTo>
                              <a:pt x="683531" y="1060429"/>
                              <a:pt x="699185" y="1047301"/>
                              <a:pt x="716438" y="1036949"/>
                            </a:cubicBezTo>
                            <a:cubicBezTo>
                              <a:pt x="747446" y="1018344"/>
                              <a:pt x="776334" y="1015543"/>
                              <a:pt x="810706" y="1008669"/>
                            </a:cubicBezTo>
                            <a:cubicBezTo>
                              <a:pt x="825108" y="1009777"/>
                              <a:pt x="963362" y="1017736"/>
                              <a:pt x="999242" y="1027522"/>
                            </a:cubicBezTo>
                            <a:cubicBezTo>
                              <a:pt x="1040436" y="1038757"/>
                              <a:pt x="1042712" y="1056132"/>
                              <a:pt x="1074656" y="1084083"/>
                            </a:cubicBezTo>
                            <a:cubicBezTo>
                              <a:pt x="1086480" y="1094429"/>
                              <a:pt x="1100434" y="1102138"/>
                              <a:pt x="1112363" y="1112363"/>
                            </a:cubicBezTo>
                            <a:cubicBezTo>
                              <a:pt x="1204273" y="1191143"/>
                              <a:pt x="1068086" y="1086226"/>
                              <a:pt x="1178351" y="1168924"/>
                            </a:cubicBezTo>
                            <a:cubicBezTo>
                              <a:pt x="1184636" y="1178351"/>
                              <a:pt x="1188358" y="1190127"/>
                              <a:pt x="1197205" y="1197205"/>
                            </a:cubicBezTo>
                            <a:cubicBezTo>
                              <a:pt x="1220353" y="1215724"/>
                              <a:pt x="1272619" y="1244339"/>
                              <a:pt x="1272619" y="1244339"/>
                            </a:cubicBezTo>
                            <a:cubicBezTo>
                              <a:pt x="1304199" y="1241181"/>
                              <a:pt x="1380180" y="1242379"/>
                              <a:pt x="1414021" y="1216058"/>
                            </a:cubicBezTo>
                            <a:cubicBezTo>
                              <a:pt x="1429903" y="1203705"/>
                              <a:pt x="1438268" y="1183879"/>
                              <a:pt x="1451728" y="1168924"/>
                            </a:cubicBezTo>
                            <a:cubicBezTo>
                              <a:pt x="1466592" y="1152409"/>
                              <a:pt x="1485722" y="1139708"/>
                              <a:pt x="1498862" y="1121790"/>
                            </a:cubicBezTo>
                            <a:cubicBezTo>
                              <a:pt x="1520532" y="1092239"/>
                              <a:pt x="1555423" y="1027522"/>
                              <a:pt x="1555423" y="1027522"/>
                            </a:cubicBezTo>
                            <a:cubicBezTo>
                              <a:pt x="1558565" y="1011811"/>
                              <a:pt x="1560964" y="995932"/>
                              <a:pt x="1564850" y="980388"/>
                            </a:cubicBezTo>
                            <a:cubicBezTo>
                              <a:pt x="1574899" y="940192"/>
                              <a:pt x="1590003" y="941456"/>
                              <a:pt x="1564850" y="886120"/>
                            </a:cubicBezTo>
                            <a:cubicBezTo>
                              <a:pt x="1557495" y="869938"/>
                              <a:pt x="1537550" y="862823"/>
                              <a:pt x="1527143" y="848413"/>
                            </a:cubicBezTo>
                            <a:cubicBezTo>
                              <a:pt x="1496523" y="806016"/>
                              <a:pt x="1460665" y="765406"/>
                              <a:pt x="1442302" y="716438"/>
                            </a:cubicBezTo>
                            <a:cubicBezTo>
                              <a:pt x="1416885" y="648660"/>
                              <a:pt x="1417968" y="643545"/>
                              <a:pt x="1385741" y="584462"/>
                            </a:cubicBezTo>
                            <a:cubicBezTo>
                              <a:pt x="1370995" y="557427"/>
                              <a:pt x="1348413" y="515998"/>
                              <a:pt x="1319753" y="499621"/>
                            </a:cubicBezTo>
                            <a:cubicBezTo>
                              <a:pt x="1276888" y="475127"/>
                              <a:pt x="1227292" y="459479"/>
                              <a:pt x="1178351" y="452487"/>
                            </a:cubicBezTo>
                            <a:cubicBezTo>
                              <a:pt x="1150183" y="448463"/>
                              <a:pt x="1121790" y="446202"/>
                              <a:pt x="1093510" y="443060"/>
                            </a:cubicBezTo>
                            <a:cubicBezTo>
                              <a:pt x="1084083" y="439918"/>
                              <a:pt x="1071005" y="441719"/>
                              <a:pt x="1065229" y="433633"/>
                            </a:cubicBezTo>
                            <a:cubicBezTo>
                              <a:pt x="1035077" y="391421"/>
                              <a:pt x="1048102" y="347864"/>
                              <a:pt x="1055803" y="301658"/>
                            </a:cubicBezTo>
                            <a:cubicBezTo>
                              <a:pt x="1059750" y="277978"/>
                              <a:pt x="1067183" y="258090"/>
                              <a:pt x="1074656" y="235671"/>
                            </a:cubicBezTo>
                            <a:cubicBezTo>
                              <a:pt x="1071514" y="223102"/>
                              <a:pt x="1073323" y="208080"/>
                              <a:pt x="1065229" y="197963"/>
                            </a:cubicBezTo>
                            <a:cubicBezTo>
                              <a:pt x="1059022" y="190204"/>
                              <a:pt x="1045332" y="193872"/>
                              <a:pt x="1036949" y="188537"/>
                            </a:cubicBezTo>
                            <a:cubicBezTo>
                              <a:pt x="1010439" y="171667"/>
                              <a:pt x="986673" y="150830"/>
                              <a:pt x="961535" y="131976"/>
                            </a:cubicBezTo>
                            <a:lnTo>
                              <a:pt x="848413" y="47135"/>
                            </a:lnTo>
                            <a:cubicBezTo>
                              <a:pt x="835844" y="37708"/>
                              <a:pt x="825611" y="23822"/>
                              <a:pt x="810706" y="18854"/>
                            </a:cubicBezTo>
                            <a:cubicBezTo>
                              <a:pt x="758391" y="1416"/>
                              <a:pt x="792285" y="10660"/>
                              <a:pt x="707011" y="0"/>
                            </a:cubicBezTo>
                            <a:cubicBezTo>
                              <a:pt x="666080" y="6822"/>
                              <a:pt x="642842" y="10070"/>
                              <a:pt x="603316" y="18854"/>
                            </a:cubicBezTo>
                            <a:cubicBezTo>
                              <a:pt x="590669" y="21665"/>
                              <a:pt x="578178" y="25139"/>
                              <a:pt x="565609" y="28281"/>
                            </a:cubicBezTo>
                            <a:cubicBezTo>
                              <a:pt x="559324" y="40850"/>
                              <a:pt x="548153" y="52005"/>
                              <a:pt x="546755" y="65988"/>
                            </a:cubicBezTo>
                            <a:cubicBezTo>
                              <a:pt x="541563" y="117902"/>
                              <a:pt x="575923" y="153050"/>
                              <a:pt x="593889" y="197963"/>
                            </a:cubicBezTo>
                            <a:cubicBezTo>
                              <a:pt x="600174" y="213674"/>
                              <a:pt x="602908" y="231327"/>
                              <a:pt x="612743" y="245097"/>
                            </a:cubicBezTo>
                            <a:cubicBezTo>
                              <a:pt x="619328" y="254316"/>
                              <a:pt x="631596" y="257666"/>
                              <a:pt x="641023" y="263951"/>
                            </a:cubicBezTo>
                            <a:cubicBezTo>
                              <a:pt x="644165" y="273378"/>
                              <a:pt x="650450" y="282294"/>
                              <a:pt x="650450" y="292231"/>
                            </a:cubicBezTo>
                            <a:cubicBezTo>
                              <a:pt x="650450" y="302168"/>
                              <a:pt x="647124" y="312668"/>
                              <a:pt x="641023" y="320512"/>
                            </a:cubicBezTo>
                            <a:cubicBezTo>
                              <a:pt x="614915" y="354079"/>
                              <a:pt x="581302" y="381170"/>
                              <a:pt x="546755" y="405353"/>
                            </a:cubicBezTo>
                            <a:cubicBezTo>
                              <a:pt x="528192" y="418347"/>
                              <a:pt x="490194" y="443060"/>
                              <a:pt x="490194" y="443060"/>
                            </a:cubicBezTo>
                            <a:cubicBezTo>
                              <a:pt x="483910" y="452487"/>
                              <a:pt x="480188" y="464263"/>
                              <a:pt x="471341" y="471341"/>
                            </a:cubicBezTo>
                            <a:cubicBezTo>
                              <a:pt x="448193" y="489860"/>
                              <a:pt x="424685" y="511285"/>
                              <a:pt x="395926" y="518475"/>
                            </a:cubicBezTo>
                            <a:cubicBezTo>
                              <a:pt x="383357" y="521617"/>
                              <a:pt x="370676" y="524343"/>
                              <a:pt x="358219" y="527902"/>
                            </a:cubicBezTo>
                            <a:cubicBezTo>
                              <a:pt x="322588" y="538082"/>
                              <a:pt x="327026" y="542333"/>
                              <a:pt x="282805" y="546755"/>
                            </a:cubicBezTo>
                            <a:cubicBezTo>
                              <a:pt x="235801" y="551456"/>
                              <a:pt x="188537" y="553040"/>
                              <a:pt x="141403" y="556182"/>
                            </a:cubicBezTo>
                            <a:cubicBezTo>
                              <a:pt x="135118" y="575036"/>
                              <a:pt x="126447" y="593255"/>
                              <a:pt x="122549" y="612743"/>
                            </a:cubicBezTo>
                            <a:cubicBezTo>
                              <a:pt x="119407" y="628454"/>
                              <a:pt x="115988" y="644113"/>
                              <a:pt x="113122" y="659877"/>
                            </a:cubicBezTo>
                            <a:cubicBezTo>
                              <a:pt x="102893" y="716134"/>
                              <a:pt x="105907" y="711199"/>
                              <a:pt x="94269" y="763572"/>
                            </a:cubicBezTo>
                            <a:cubicBezTo>
                              <a:pt x="85723" y="802031"/>
                              <a:pt x="89770" y="804653"/>
                              <a:pt x="56561" y="829559"/>
                            </a:cubicBezTo>
                            <a:cubicBezTo>
                              <a:pt x="54047" y="831444"/>
                              <a:pt x="81700" y="776141"/>
                              <a:pt x="75415" y="791852"/>
                            </a:cubicBezTo>
                            <a:close/>
                          </a:path>
                        </a:pathLst>
                      </a:custGeom>
                      <ask:type>
                        <ask:lineSketchCurved/>
                      </ask:type>
                    </ask:lineSketchStyleProps>
                  </a:ext>
                </a:extLst>
              </a:ln>
              <a:effectLst>
                <a:softEdge rad="40559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2126" dirty="0"/>
              </a:p>
            </p:txBody>
          </p:sp>
        </p:grpSp>
        <p:pic>
          <p:nvPicPr>
            <p:cNvPr id="49" name="Graphic 48" descr="Rain with solid fill">
              <a:extLst>
                <a:ext uri="{FF2B5EF4-FFF2-40B4-BE49-F238E27FC236}">
                  <a16:creationId xmlns:a16="http://schemas.microsoft.com/office/drawing/2014/main" id="{BE26882A-55E8-5DCB-716E-F67D1098D6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51994" y="801694"/>
              <a:ext cx="914400" cy="914400"/>
            </a:xfrm>
            <a:prstGeom prst="rect">
              <a:avLst/>
            </a:prstGeom>
          </p:spPr>
        </p:pic>
        <p:pic>
          <p:nvPicPr>
            <p:cNvPr id="57" name="Graphic 56" descr="Snowflake with solid fill">
              <a:extLst>
                <a:ext uri="{FF2B5EF4-FFF2-40B4-BE49-F238E27FC236}">
                  <a16:creationId xmlns:a16="http://schemas.microsoft.com/office/drawing/2014/main" id="{08CF3275-377B-C1E9-E9E2-87EAA83F14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284335" y="1306139"/>
              <a:ext cx="914400" cy="914400"/>
            </a:xfrm>
            <a:prstGeom prst="rect">
              <a:avLst/>
            </a:prstGeom>
          </p:spPr>
        </p:pic>
      </p:grp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6BBBF76-958E-4FA5-204F-BC60D9B66334}"/>
              </a:ext>
            </a:extLst>
          </p:cNvPr>
          <p:cNvCxnSpPr>
            <a:cxnSpLocks/>
          </p:cNvCxnSpPr>
          <p:nvPr/>
        </p:nvCxnSpPr>
        <p:spPr>
          <a:xfrm flipH="1">
            <a:off x="7801826" y="2135378"/>
            <a:ext cx="527694" cy="0"/>
          </a:xfrm>
          <a:prstGeom prst="line">
            <a:avLst/>
          </a:prstGeom>
          <a:ln w="15875">
            <a:solidFill>
              <a:schemeClr val="accent1">
                <a:shade val="15000"/>
              </a:schemeClr>
            </a:solidFill>
            <a:head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6133EBF-E386-9420-794A-5F26E171A797}"/>
              </a:ext>
            </a:extLst>
          </p:cNvPr>
          <p:cNvGrpSpPr/>
          <p:nvPr/>
        </p:nvGrpSpPr>
        <p:grpSpPr>
          <a:xfrm>
            <a:off x="8359636" y="616779"/>
            <a:ext cx="4026324" cy="3070033"/>
            <a:chOff x="7883623" y="1971971"/>
            <a:chExt cx="3408904" cy="2599256"/>
          </a:xfrm>
        </p:grpSpPr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B3E47526-DB1A-539C-34EA-0E6E12838C5E}"/>
                </a:ext>
              </a:extLst>
            </p:cNvPr>
            <p:cNvSpPr/>
            <p:nvPr/>
          </p:nvSpPr>
          <p:spPr>
            <a:xfrm>
              <a:off x="7883623" y="1971971"/>
              <a:ext cx="3408904" cy="2599256"/>
            </a:xfrm>
            <a:prstGeom prst="roundRect">
              <a:avLst>
                <a:gd name="adj" fmla="val 14008"/>
              </a:avLst>
            </a:prstGeom>
            <a:solidFill>
              <a:schemeClr val="bg1">
                <a:lumMod val="95000"/>
              </a:schemeClr>
            </a:solidFill>
            <a:ln w="15875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KR" sz="2000" dirty="0">
                <a:solidFill>
                  <a:schemeClr val="tx1"/>
                </a:solidFill>
              </a:endParaRPr>
            </a:p>
          </p:txBody>
        </p:sp>
        <p:sp>
          <p:nvSpPr>
            <p:cNvPr id="88" name="Rounded Rectangle 87">
              <a:extLst>
                <a:ext uri="{FF2B5EF4-FFF2-40B4-BE49-F238E27FC236}">
                  <a16:creationId xmlns:a16="http://schemas.microsoft.com/office/drawing/2014/main" id="{1E684EAE-C189-82CE-CE15-0E860D1DA527}"/>
                </a:ext>
              </a:extLst>
            </p:cNvPr>
            <p:cNvSpPr/>
            <p:nvPr/>
          </p:nvSpPr>
          <p:spPr>
            <a:xfrm>
              <a:off x="7988999" y="2078325"/>
              <a:ext cx="1090369" cy="2399384"/>
            </a:xfrm>
            <a:prstGeom prst="roundRect">
              <a:avLst>
                <a:gd name="adj" fmla="val 26751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</a:rPr>
                <a:t>2D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Refine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Model</a:t>
              </a:r>
              <a:endParaRPr lang="en-KR" sz="2000" dirty="0">
                <a:solidFill>
                  <a:schemeClr val="tx1"/>
                </a:solidFill>
              </a:endParaRPr>
            </a:p>
          </p:txBody>
        </p: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8F78C527-D2FB-A46A-0308-B45315F4C68E}"/>
                </a:ext>
              </a:extLst>
            </p:cNvPr>
            <p:cNvSpPr/>
            <p:nvPr/>
          </p:nvSpPr>
          <p:spPr>
            <a:xfrm>
              <a:off x="9340629" y="2078325"/>
              <a:ext cx="1849261" cy="2399386"/>
            </a:xfrm>
            <a:prstGeom prst="roundRect">
              <a:avLst>
                <a:gd name="adj" fmla="val 1636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Unposed</a:t>
              </a:r>
              <a:br>
                <a:rPr lang="en-US" sz="2000" dirty="0">
                  <a:solidFill>
                    <a:schemeClr val="tx1"/>
                  </a:solidFill>
                </a:rPr>
              </a:br>
              <a:r>
                <a:rPr lang="en-US" sz="2000" dirty="0">
                  <a:solidFill>
                    <a:schemeClr val="tx1"/>
                  </a:solidFill>
                </a:rPr>
                <a:t>3DGS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Reconstruction</a:t>
              </a:r>
              <a:endParaRPr lang="en-KR" sz="2000" dirty="0">
                <a:solidFill>
                  <a:schemeClr val="tx1"/>
                </a:solidFill>
              </a:endParaRPr>
            </a:p>
          </p:txBody>
        </p:sp>
        <p:sp>
          <p:nvSpPr>
            <p:cNvPr id="94" name="Extract 93">
              <a:extLst>
                <a:ext uri="{FF2B5EF4-FFF2-40B4-BE49-F238E27FC236}">
                  <a16:creationId xmlns:a16="http://schemas.microsoft.com/office/drawing/2014/main" id="{11B69659-CC7D-03FF-0528-3024B90F60A2}"/>
                </a:ext>
              </a:extLst>
            </p:cNvPr>
            <p:cNvSpPr/>
            <p:nvPr/>
          </p:nvSpPr>
          <p:spPr>
            <a:xfrm rot="5400000">
              <a:off x="9069288" y="3201726"/>
              <a:ext cx="304800" cy="111948"/>
            </a:xfrm>
            <a:prstGeom prst="flowChartExtract">
              <a:avLst/>
            </a:prstGeom>
            <a:solidFill>
              <a:schemeClr val="tx1"/>
            </a:solidFill>
            <a:ln w="15875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2000"/>
            </a:p>
          </p:txBody>
        </p:sp>
      </p:grpSp>
      <p:sp>
        <p:nvSpPr>
          <p:cNvPr id="107" name="Freeform 106">
            <a:extLst>
              <a:ext uri="{FF2B5EF4-FFF2-40B4-BE49-F238E27FC236}">
                <a16:creationId xmlns:a16="http://schemas.microsoft.com/office/drawing/2014/main" id="{0686EB0C-99F0-344C-4CC3-A542269284B5}"/>
              </a:ext>
            </a:extLst>
          </p:cNvPr>
          <p:cNvSpPr/>
          <p:nvPr/>
        </p:nvSpPr>
        <p:spPr>
          <a:xfrm>
            <a:off x="12995431" y="1015855"/>
            <a:ext cx="1825151" cy="1561764"/>
          </a:xfrm>
          <a:custGeom>
            <a:avLst/>
            <a:gdLst>
              <a:gd name="csX0" fmla="*/ 87192 w 1825151"/>
              <a:gd name="csY0" fmla="*/ 971764 h 1561764"/>
              <a:gd name="csX1" fmla="*/ 21798 w 1825151"/>
              <a:gd name="csY1" fmla="*/ 1133724 h 1561764"/>
              <a:gd name="csX2" fmla="*/ 10899 w 1825151"/>
              <a:gd name="csY2" fmla="*/ 1180000 h 1561764"/>
              <a:gd name="csX3" fmla="*/ 0 w 1825151"/>
              <a:gd name="csY3" fmla="*/ 1214705 h 1561764"/>
              <a:gd name="csX4" fmla="*/ 21798 w 1825151"/>
              <a:gd name="csY4" fmla="*/ 1353529 h 1561764"/>
              <a:gd name="csX5" fmla="*/ 65394 w 1825151"/>
              <a:gd name="csY5" fmla="*/ 1434509 h 1561764"/>
              <a:gd name="csX6" fmla="*/ 98092 w 1825151"/>
              <a:gd name="csY6" fmla="*/ 1457646 h 1561764"/>
              <a:gd name="csX7" fmla="*/ 130788 w 1825151"/>
              <a:gd name="csY7" fmla="*/ 1492352 h 1561764"/>
              <a:gd name="csX8" fmla="*/ 196183 w 1825151"/>
              <a:gd name="csY8" fmla="*/ 1515489 h 1561764"/>
              <a:gd name="csX9" fmla="*/ 261577 w 1825151"/>
              <a:gd name="csY9" fmla="*/ 1538626 h 1561764"/>
              <a:gd name="csX10" fmla="*/ 294274 w 1825151"/>
              <a:gd name="csY10" fmla="*/ 1550195 h 1561764"/>
              <a:gd name="csX11" fmla="*/ 370568 w 1825151"/>
              <a:gd name="csY11" fmla="*/ 1561764 h 1561764"/>
              <a:gd name="csX12" fmla="*/ 523154 w 1825151"/>
              <a:gd name="csY12" fmla="*/ 1550195 h 1561764"/>
              <a:gd name="csX13" fmla="*/ 566750 w 1825151"/>
              <a:gd name="csY13" fmla="*/ 1538626 h 1561764"/>
              <a:gd name="csX14" fmla="*/ 632144 w 1825151"/>
              <a:gd name="csY14" fmla="*/ 1492352 h 1561764"/>
              <a:gd name="csX15" fmla="*/ 730235 w 1825151"/>
              <a:gd name="csY15" fmla="*/ 1399803 h 1561764"/>
              <a:gd name="csX16" fmla="*/ 773832 w 1825151"/>
              <a:gd name="csY16" fmla="*/ 1318822 h 1561764"/>
              <a:gd name="csX17" fmla="*/ 828327 w 1825151"/>
              <a:gd name="csY17" fmla="*/ 1272548 h 1561764"/>
              <a:gd name="csX18" fmla="*/ 937318 w 1825151"/>
              <a:gd name="csY18" fmla="*/ 1237843 h 1561764"/>
              <a:gd name="csX19" fmla="*/ 1155298 w 1825151"/>
              <a:gd name="csY19" fmla="*/ 1260979 h 1561764"/>
              <a:gd name="csX20" fmla="*/ 1242490 w 1825151"/>
              <a:gd name="csY20" fmla="*/ 1330391 h 1561764"/>
              <a:gd name="csX21" fmla="*/ 1286086 w 1825151"/>
              <a:gd name="csY21" fmla="*/ 1365097 h 1561764"/>
              <a:gd name="csX22" fmla="*/ 1362380 w 1825151"/>
              <a:gd name="csY22" fmla="*/ 1434509 h 1561764"/>
              <a:gd name="csX23" fmla="*/ 1384178 w 1825151"/>
              <a:gd name="csY23" fmla="*/ 1469215 h 1561764"/>
              <a:gd name="csX24" fmla="*/ 1471370 w 1825151"/>
              <a:gd name="csY24" fmla="*/ 1527058 h 1561764"/>
              <a:gd name="csX25" fmla="*/ 1634856 w 1825151"/>
              <a:gd name="csY25" fmla="*/ 1492352 h 1561764"/>
              <a:gd name="csX26" fmla="*/ 1678452 w 1825151"/>
              <a:gd name="csY26" fmla="*/ 1434509 h 1561764"/>
              <a:gd name="csX27" fmla="*/ 1732947 w 1825151"/>
              <a:gd name="csY27" fmla="*/ 1376665 h 1561764"/>
              <a:gd name="csX28" fmla="*/ 1798341 w 1825151"/>
              <a:gd name="csY28" fmla="*/ 1260979 h 1561764"/>
              <a:gd name="csX29" fmla="*/ 1809240 w 1825151"/>
              <a:gd name="csY29" fmla="*/ 1203136 h 1561764"/>
              <a:gd name="csX30" fmla="*/ 1809240 w 1825151"/>
              <a:gd name="csY30" fmla="*/ 1087450 h 1561764"/>
              <a:gd name="csX31" fmla="*/ 1765644 w 1825151"/>
              <a:gd name="csY31" fmla="*/ 1041176 h 1561764"/>
              <a:gd name="csX32" fmla="*/ 1667553 w 1825151"/>
              <a:gd name="csY32" fmla="*/ 879216 h 1561764"/>
              <a:gd name="csX33" fmla="*/ 1602159 w 1825151"/>
              <a:gd name="csY33" fmla="*/ 717254 h 1561764"/>
              <a:gd name="csX34" fmla="*/ 1525865 w 1825151"/>
              <a:gd name="csY34" fmla="*/ 613137 h 1561764"/>
              <a:gd name="csX35" fmla="*/ 1362380 w 1825151"/>
              <a:gd name="csY35" fmla="*/ 555294 h 1561764"/>
              <a:gd name="csX36" fmla="*/ 1264289 w 1825151"/>
              <a:gd name="csY36" fmla="*/ 543725 h 1561764"/>
              <a:gd name="csX37" fmla="*/ 1231591 w 1825151"/>
              <a:gd name="csY37" fmla="*/ 532156 h 1561764"/>
              <a:gd name="csX38" fmla="*/ 1220693 w 1825151"/>
              <a:gd name="csY38" fmla="*/ 370196 h 1561764"/>
              <a:gd name="csX39" fmla="*/ 1242490 w 1825151"/>
              <a:gd name="csY39" fmla="*/ 289216 h 1561764"/>
              <a:gd name="csX40" fmla="*/ 1231591 w 1825151"/>
              <a:gd name="csY40" fmla="*/ 242941 h 1561764"/>
              <a:gd name="csX41" fmla="*/ 1198894 w 1825151"/>
              <a:gd name="csY41" fmla="*/ 231373 h 1561764"/>
              <a:gd name="csX42" fmla="*/ 1111702 w 1825151"/>
              <a:gd name="csY42" fmla="*/ 161961 h 1561764"/>
              <a:gd name="csX43" fmla="*/ 980914 w 1825151"/>
              <a:gd name="csY43" fmla="*/ 57844 h 1561764"/>
              <a:gd name="csX44" fmla="*/ 937318 w 1825151"/>
              <a:gd name="csY44" fmla="*/ 23137 h 1561764"/>
              <a:gd name="csX45" fmla="*/ 817428 w 1825151"/>
              <a:gd name="csY45" fmla="*/ 0 h 1561764"/>
              <a:gd name="csX46" fmla="*/ 697539 w 1825151"/>
              <a:gd name="csY46" fmla="*/ 23137 h 1561764"/>
              <a:gd name="csX47" fmla="*/ 653943 w 1825151"/>
              <a:gd name="csY47" fmla="*/ 34706 h 1561764"/>
              <a:gd name="csX48" fmla="*/ 632144 w 1825151"/>
              <a:gd name="csY48" fmla="*/ 80980 h 1561764"/>
              <a:gd name="csX49" fmla="*/ 686639 w 1825151"/>
              <a:gd name="csY49" fmla="*/ 242941 h 1561764"/>
              <a:gd name="csX50" fmla="*/ 708438 w 1825151"/>
              <a:gd name="csY50" fmla="*/ 300784 h 1561764"/>
              <a:gd name="csX51" fmla="*/ 741134 w 1825151"/>
              <a:gd name="csY51" fmla="*/ 323921 h 1561764"/>
              <a:gd name="csX52" fmla="*/ 752034 w 1825151"/>
              <a:gd name="csY52" fmla="*/ 358627 h 1561764"/>
              <a:gd name="csX53" fmla="*/ 741134 w 1825151"/>
              <a:gd name="csY53" fmla="*/ 393333 h 1561764"/>
              <a:gd name="csX54" fmla="*/ 632144 w 1825151"/>
              <a:gd name="csY54" fmla="*/ 497451 h 1561764"/>
              <a:gd name="csX55" fmla="*/ 566750 w 1825151"/>
              <a:gd name="csY55" fmla="*/ 543725 h 1561764"/>
              <a:gd name="csX56" fmla="*/ 544952 w 1825151"/>
              <a:gd name="csY56" fmla="*/ 578431 h 1561764"/>
              <a:gd name="csX57" fmla="*/ 457759 w 1825151"/>
              <a:gd name="csY57" fmla="*/ 636274 h 1561764"/>
              <a:gd name="csX58" fmla="*/ 414163 w 1825151"/>
              <a:gd name="csY58" fmla="*/ 647843 h 1561764"/>
              <a:gd name="csX59" fmla="*/ 326972 w 1825151"/>
              <a:gd name="csY59" fmla="*/ 670980 h 1561764"/>
              <a:gd name="csX60" fmla="*/ 163486 w 1825151"/>
              <a:gd name="csY60" fmla="*/ 682549 h 1561764"/>
              <a:gd name="csX61" fmla="*/ 141688 w 1825151"/>
              <a:gd name="csY61" fmla="*/ 751961 h 1561764"/>
              <a:gd name="csX62" fmla="*/ 130788 w 1825151"/>
              <a:gd name="csY62" fmla="*/ 809804 h 1561764"/>
              <a:gd name="csX63" fmla="*/ 108991 w 1825151"/>
              <a:gd name="csY63" fmla="*/ 937059 h 1561764"/>
              <a:gd name="csX64" fmla="*/ 65394 w 1825151"/>
              <a:gd name="csY64" fmla="*/ 1018038 h 1561764"/>
              <a:gd name="csX65" fmla="*/ 87192 w 1825151"/>
              <a:gd name="csY65" fmla="*/ 971764 h 15617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</a:cxnLst>
            <a:rect l="l" t="t" r="r" b="b"/>
            <a:pathLst>
              <a:path w="1825151" h="1561764" fill="none" extrusionOk="0">
                <a:moveTo>
                  <a:pt x="87192" y="971764"/>
                </a:moveTo>
                <a:cubicBezTo>
                  <a:pt x="84492" y="986364"/>
                  <a:pt x="42357" y="1077804"/>
                  <a:pt x="21798" y="1133724"/>
                </a:cubicBezTo>
                <a:cubicBezTo>
                  <a:pt x="17846" y="1149211"/>
                  <a:pt x="16864" y="1163109"/>
                  <a:pt x="10899" y="1180000"/>
                </a:cubicBezTo>
                <a:cubicBezTo>
                  <a:pt x="9665" y="1192401"/>
                  <a:pt x="3935" y="1201339"/>
                  <a:pt x="0" y="1214705"/>
                </a:cubicBezTo>
                <a:cubicBezTo>
                  <a:pt x="5269" y="1270904"/>
                  <a:pt x="2732" y="1306840"/>
                  <a:pt x="21798" y="1353529"/>
                </a:cubicBezTo>
                <a:cubicBezTo>
                  <a:pt x="25151" y="1368672"/>
                  <a:pt x="51657" y="1418424"/>
                  <a:pt x="65394" y="1434509"/>
                </a:cubicBezTo>
                <a:cubicBezTo>
                  <a:pt x="73516" y="1443351"/>
                  <a:pt x="86577" y="1450453"/>
                  <a:pt x="98092" y="1457646"/>
                </a:cubicBezTo>
                <a:cubicBezTo>
                  <a:pt x="111719" y="1469190"/>
                  <a:pt x="119747" y="1484057"/>
                  <a:pt x="130788" y="1492352"/>
                </a:cubicBezTo>
                <a:cubicBezTo>
                  <a:pt x="152775" y="1505019"/>
                  <a:pt x="177886" y="1510037"/>
                  <a:pt x="196183" y="1515489"/>
                </a:cubicBezTo>
                <a:cubicBezTo>
                  <a:pt x="219526" y="1526464"/>
                  <a:pt x="247399" y="1530468"/>
                  <a:pt x="261577" y="1538626"/>
                </a:cubicBezTo>
                <a:cubicBezTo>
                  <a:pt x="270943" y="1541763"/>
                  <a:pt x="282552" y="1547916"/>
                  <a:pt x="294274" y="1550195"/>
                </a:cubicBezTo>
                <a:cubicBezTo>
                  <a:pt x="305612" y="1554580"/>
                  <a:pt x="357050" y="1558681"/>
                  <a:pt x="370568" y="1561764"/>
                </a:cubicBezTo>
                <a:cubicBezTo>
                  <a:pt x="421772" y="1556420"/>
                  <a:pt x="476955" y="1548101"/>
                  <a:pt x="523154" y="1550195"/>
                </a:cubicBezTo>
                <a:cubicBezTo>
                  <a:pt x="539629" y="1548804"/>
                  <a:pt x="550913" y="1547215"/>
                  <a:pt x="566750" y="1538626"/>
                </a:cubicBezTo>
                <a:cubicBezTo>
                  <a:pt x="587924" y="1530187"/>
                  <a:pt x="615460" y="1508718"/>
                  <a:pt x="632144" y="1492352"/>
                </a:cubicBezTo>
                <a:cubicBezTo>
                  <a:pt x="668368" y="1467097"/>
                  <a:pt x="710645" y="1438088"/>
                  <a:pt x="730235" y="1399803"/>
                </a:cubicBezTo>
                <a:cubicBezTo>
                  <a:pt x="737222" y="1385468"/>
                  <a:pt x="760965" y="1338385"/>
                  <a:pt x="773832" y="1318822"/>
                </a:cubicBezTo>
                <a:cubicBezTo>
                  <a:pt x="787442" y="1301736"/>
                  <a:pt x="808688" y="1288957"/>
                  <a:pt x="828327" y="1272548"/>
                </a:cubicBezTo>
                <a:cubicBezTo>
                  <a:pt x="857814" y="1250837"/>
                  <a:pt x="896518" y="1250655"/>
                  <a:pt x="937318" y="1237843"/>
                </a:cubicBezTo>
                <a:cubicBezTo>
                  <a:pt x="947737" y="1237722"/>
                  <a:pt x="1106800" y="1252936"/>
                  <a:pt x="1155298" y="1260979"/>
                </a:cubicBezTo>
                <a:cubicBezTo>
                  <a:pt x="1203074" y="1274267"/>
                  <a:pt x="1202424" y="1294246"/>
                  <a:pt x="1242490" y="1330391"/>
                </a:cubicBezTo>
                <a:cubicBezTo>
                  <a:pt x="1256657" y="1345248"/>
                  <a:pt x="1272636" y="1353489"/>
                  <a:pt x="1286086" y="1365097"/>
                </a:cubicBezTo>
                <a:cubicBezTo>
                  <a:pt x="1417898" y="1449185"/>
                  <a:pt x="1233278" y="1350890"/>
                  <a:pt x="1362380" y="1434509"/>
                </a:cubicBezTo>
                <a:cubicBezTo>
                  <a:pt x="1370484" y="1447263"/>
                  <a:pt x="1375109" y="1459391"/>
                  <a:pt x="1384178" y="1469215"/>
                </a:cubicBezTo>
                <a:cubicBezTo>
                  <a:pt x="1410940" y="1491942"/>
                  <a:pt x="1471370" y="1527058"/>
                  <a:pt x="1471370" y="1527058"/>
                </a:cubicBezTo>
                <a:cubicBezTo>
                  <a:pt x="1509813" y="1524547"/>
                  <a:pt x="1598324" y="1522492"/>
                  <a:pt x="1634856" y="1492352"/>
                </a:cubicBezTo>
                <a:cubicBezTo>
                  <a:pt x="1654880" y="1481073"/>
                  <a:pt x="1665965" y="1453328"/>
                  <a:pt x="1678452" y="1434509"/>
                </a:cubicBezTo>
                <a:cubicBezTo>
                  <a:pt x="1696950" y="1415062"/>
                  <a:pt x="1720138" y="1396901"/>
                  <a:pt x="1732947" y="1376665"/>
                </a:cubicBezTo>
                <a:cubicBezTo>
                  <a:pt x="1758001" y="1340400"/>
                  <a:pt x="1798341" y="1260978"/>
                  <a:pt x="1798341" y="1260979"/>
                </a:cubicBezTo>
                <a:cubicBezTo>
                  <a:pt x="1804765" y="1240147"/>
                  <a:pt x="1804888" y="1224227"/>
                  <a:pt x="1809240" y="1203136"/>
                </a:cubicBezTo>
                <a:cubicBezTo>
                  <a:pt x="1823087" y="1153528"/>
                  <a:pt x="1839115" y="1154063"/>
                  <a:pt x="1809240" y="1087450"/>
                </a:cubicBezTo>
                <a:cubicBezTo>
                  <a:pt x="1800164" y="1065541"/>
                  <a:pt x="1777286" y="1058257"/>
                  <a:pt x="1765644" y="1041176"/>
                </a:cubicBezTo>
                <a:cubicBezTo>
                  <a:pt x="1740887" y="989251"/>
                  <a:pt x="1692473" y="935299"/>
                  <a:pt x="1667553" y="879216"/>
                </a:cubicBezTo>
                <a:cubicBezTo>
                  <a:pt x="1637697" y="796155"/>
                  <a:pt x="1638468" y="789411"/>
                  <a:pt x="1602159" y="717254"/>
                </a:cubicBezTo>
                <a:cubicBezTo>
                  <a:pt x="1584451" y="681803"/>
                  <a:pt x="1559245" y="633667"/>
                  <a:pt x="1525865" y="613137"/>
                </a:cubicBezTo>
                <a:cubicBezTo>
                  <a:pt x="1475581" y="583784"/>
                  <a:pt x="1418116" y="574238"/>
                  <a:pt x="1362380" y="555294"/>
                </a:cubicBezTo>
                <a:cubicBezTo>
                  <a:pt x="1327410" y="549989"/>
                  <a:pt x="1297132" y="544116"/>
                  <a:pt x="1264289" y="543725"/>
                </a:cubicBezTo>
                <a:cubicBezTo>
                  <a:pt x="1251791" y="541188"/>
                  <a:pt x="1236974" y="542755"/>
                  <a:pt x="1231591" y="532156"/>
                </a:cubicBezTo>
                <a:cubicBezTo>
                  <a:pt x="1198078" y="484045"/>
                  <a:pt x="1220836" y="423527"/>
                  <a:pt x="1220693" y="370196"/>
                </a:cubicBezTo>
                <a:cubicBezTo>
                  <a:pt x="1226804" y="339466"/>
                  <a:pt x="1236230" y="316400"/>
                  <a:pt x="1242490" y="289216"/>
                </a:cubicBezTo>
                <a:cubicBezTo>
                  <a:pt x="1238494" y="275557"/>
                  <a:pt x="1242032" y="255580"/>
                  <a:pt x="1231591" y="242941"/>
                </a:cubicBezTo>
                <a:cubicBezTo>
                  <a:pt x="1223214" y="233460"/>
                  <a:pt x="1206853" y="236762"/>
                  <a:pt x="1198894" y="231373"/>
                </a:cubicBezTo>
                <a:cubicBezTo>
                  <a:pt x="1169055" y="210347"/>
                  <a:pt x="1140647" y="179721"/>
                  <a:pt x="1111702" y="161961"/>
                </a:cubicBezTo>
                <a:cubicBezTo>
                  <a:pt x="1068760" y="134490"/>
                  <a:pt x="1005086" y="66166"/>
                  <a:pt x="980914" y="57844"/>
                </a:cubicBezTo>
                <a:cubicBezTo>
                  <a:pt x="966275" y="46761"/>
                  <a:pt x="953206" y="29937"/>
                  <a:pt x="937318" y="23137"/>
                </a:cubicBezTo>
                <a:cubicBezTo>
                  <a:pt x="874781" y="-3220"/>
                  <a:pt x="920598" y="8429"/>
                  <a:pt x="817428" y="0"/>
                </a:cubicBezTo>
                <a:cubicBezTo>
                  <a:pt x="767127" y="6018"/>
                  <a:pt x="743643" y="12290"/>
                  <a:pt x="697539" y="23137"/>
                </a:cubicBezTo>
                <a:cubicBezTo>
                  <a:pt x="684719" y="24356"/>
                  <a:pt x="668688" y="30141"/>
                  <a:pt x="653943" y="34706"/>
                </a:cubicBezTo>
                <a:cubicBezTo>
                  <a:pt x="647886" y="48766"/>
                  <a:pt x="633495" y="63727"/>
                  <a:pt x="632144" y="80980"/>
                </a:cubicBezTo>
                <a:cubicBezTo>
                  <a:pt x="618341" y="137793"/>
                  <a:pt x="674368" y="184987"/>
                  <a:pt x="686639" y="242941"/>
                </a:cubicBezTo>
                <a:cubicBezTo>
                  <a:pt x="696415" y="262902"/>
                  <a:pt x="697235" y="285438"/>
                  <a:pt x="708438" y="300784"/>
                </a:cubicBezTo>
                <a:cubicBezTo>
                  <a:pt x="716275" y="314443"/>
                  <a:pt x="730936" y="315491"/>
                  <a:pt x="741134" y="323921"/>
                </a:cubicBezTo>
                <a:cubicBezTo>
                  <a:pt x="743346" y="336485"/>
                  <a:pt x="751218" y="346355"/>
                  <a:pt x="752034" y="358627"/>
                </a:cubicBezTo>
                <a:cubicBezTo>
                  <a:pt x="752444" y="371266"/>
                  <a:pt x="750168" y="383533"/>
                  <a:pt x="741134" y="393333"/>
                </a:cubicBezTo>
                <a:cubicBezTo>
                  <a:pt x="710877" y="432520"/>
                  <a:pt x="667311" y="473101"/>
                  <a:pt x="632144" y="497451"/>
                </a:cubicBezTo>
                <a:cubicBezTo>
                  <a:pt x="610683" y="513397"/>
                  <a:pt x="566750" y="543726"/>
                  <a:pt x="566750" y="543725"/>
                </a:cubicBezTo>
                <a:cubicBezTo>
                  <a:pt x="558790" y="555874"/>
                  <a:pt x="556280" y="569237"/>
                  <a:pt x="544952" y="578431"/>
                </a:cubicBezTo>
                <a:cubicBezTo>
                  <a:pt x="516834" y="600735"/>
                  <a:pt x="487891" y="622029"/>
                  <a:pt x="457759" y="636274"/>
                </a:cubicBezTo>
                <a:cubicBezTo>
                  <a:pt x="443136" y="638029"/>
                  <a:pt x="430251" y="644308"/>
                  <a:pt x="414163" y="647843"/>
                </a:cubicBezTo>
                <a:cubicBezTo>
                  <a:pt x="372605" y="661036"/>
                  <a:pt x="378466" y="666473"/>
                  <a:pt x="326972" y="670980"/>
                </a:cubicBezTo>
                <a:cubicBezTo>
                  <a:pt x="270905" y="682956"/>
                  <a:pt x="221243" y="673380"/>
                  <a:pt x="163486" y="682549"/>
                </a:cubicBezTo>
                <a:cubicBezTo>
                  <a:pt x="155847" y="704958"/>
                  <a:pt x="146634" y="727901"/>
                  <a:pt x="141688" y="751961"/>
                </a:cubicBezTo>
                <a:cubicBezTo>
                  <a:pt x="138369" y="770685"/>
                  <a:pt x="134293" y="790863"/>
                  <a:pt x="130788" y="809804"/>
                </a:cubicBezTo>
                <a:cubicBezTo>
                  <a:pt x="119034" y="879275"/>
                  <a:pt x="122587" y="872996"/>
                  <a:pt x="108991" y="937059"/>
                </a:cubicBezTo>
                <a:cubicBezTo>
                  <a:pt x="98219" y="983621"/>
                  <a:pt x="104427" y="988145"/>
                  <a:pt x="65394" y="1018038"/>
                </a:cubicBezTo>
                <a:cubicBezTo>
                  <a:pt x="63178" y="1020608"/>
                  <a:pt x="97946" y="953325"/>
                  <a:pt x="87192" y="971764"/>
                </a:cubicBezTo>
                <a:close/>
              </a:path>
              <a:path w="1825151" h="1561764" stroke="0" extrusionOk="0">
                <a:moveTo>
                  <a:pt x="87192" y="971764"/>
                </a:moveTo>
                <a:cubicBezTo>
                  <a:pt x="78413" y="990112"/>
                  <a:pt x="40821" y="1079370"/>
                  <a:pt x="21798" y="1133724"/>
                </a:cubicBezTo>
                <a:cubicBezTo>
                  <a:pt x="16740" y="1148621"/>
                  <a:pt x="14427" y="1164730"/>
                  <a:pt x="10899" y="1180000"/>
                </a:cubicBezTo>
                <a:cubicBezTo>
                  <a:pt x="7356" y="1192101"/>
                  <a:pt x="3377" y="1204547"/>
                  <a:pt x="0" y="1214705"/>
                </a:cubicBezTo>
                <a:cubicBezTo>
                  <a:pt x="4669" y="1271901"/>
                  <a:pt x="8493" y="1308849"/>
                  <a:pt x="21798" y="1353529"/>
                </a:cubicBezTo>
                <a:cubicBezTo>
                  <a:pt x="28472" y="1369435"/>
                  <a:pt x="53451" y="1416413"/>
                  <a:pt x="65394" y="1434509"/>
                </a:cubicBezTo>
                <a:cubicBezTo>
                  <a:pt x="72508" y="1444011"/>
                  <a:pt x="86176" y="1450489"/>
                  <a:pt x="98092" y="1457646"/>
                </a:cubicBezTo>
                <a:cubicBezTo>
                  <a:pt x="109893" y="1467751"/>
                  <a:pt x="116666" y="1485307"/>
                  <a:pt x="130788" y="1492352"/>
                </a:cubicBezTo>
                <a:cubicBezTo>
                  <a:pt x="152683" y="1505207"/>
                  <a:pt x="178080" y="1508665"/>
                  <a:pt x="196183" y="1515489"/>
                </a:cubicBezTo>
                <a:cubicBezTo>
                  <a:pt x="203772" y="1519891"/>
                  <a:pt x="233626" y="1532815"/>
                  <a:pt x="261577" y="1538626"/>
                </a:cubicBezTo>
                <a:cubicBezTo>
                  <a:pt x="272625" y="1542703"/>
                  <a:pt x="283054" y="1550059"/>
                  <a:pt x="294274" y="1550195"/>
                </a:cubicBezTo>
                <a:cubicBezTo>
                  <a:pt x="312416" y="1546930"/>
                  <a:pt x="360691" y="1559127"/>
                  <a:pt x="370568" y="1561764"/>
                </a:cubicBezTo>
                <a:cubicBezTo>
                  <a:pt x="423824" y="1555812"/>
                  <a:pt x="474536" y="1546473"/>
                  <a:pt x="523154" y="1550195"/>
                </a:cubicBezTo>
                <a:cubicBezTo>
                  <a:pt x="537197" y="1548578"/>
                  <a:pt x="551323" y="1544336"/>
                  <a:pt x="566750" y="1538626"/>
                </a:cubicBezTo>
                <a:cubicBezTo>
                  <a:pt x="588169" y="1526046"/>
                  <a:pt x="608726" y="1504473"/>
                  <a:pt x="632144" y="1492352"/>
                </a:cubicBezTo>
                <a:cubicBezTo>
                  <a:pt x="666948" y="1464571"/>
                  <a:pt x="706195" y="1442568"/>
                  <a:pt x="730235" y="1399803"/>
                </a:cubicBezTo>
                <a:cubicBezTo>
                  <a:pt x="736994" y="1384856"/>
                  <a:pt x="761292" y="1337303"/>
                  <a:pt x="773832" y="1318822"/>
                </a:cubicBezTo>
                <a:cubicBezTo>
                  <a:pt x="790225" y="1302684"/>
                  <a:pt x="809949" y="1284321"/>
                  <a:pt x="828327" y="1272548"/>
                </a:cubicBezTo>
                <a:cubicBezTo>
                  <a:pt x="861717" y="1253623"/>
                  <a:pt x="892731" y="1246537"/>
                  <a:pt x="937318" y="1237843"/>
                </a:cubicBezTo>
                <a:cubicBezTo>
                  <a:pt x="957404" y="1246005"/>
                  <a:pt x="1111918" y="1249970"/>
                  <a:pt x="1155298" y="1260979"/>
                </a:cubicBezTo>
                <a:cubicBezTo>
                  <a:pt x="1203156" y="1273452"/>
                  <a:pt x="1202587" y="1295922"/>
                  <a:pt x="1242490" y="1330391"/>
                </a:cubicBezTo>
                <a:cubicBezTo>
                  <a:pt x="1258907" y="1345452"/>
                  <a:pt x="1271911" y="1353704"/>
                  <a:pt x="1286086" y="1365097"/>
                </a:cubicBezTo>
                <a:cubicBezTo>
                  <a:pt x="1381571" y="1483415"/>
                  <a:pt x="1227269" y="1322904"/>
                  <a:pt x="1362380" y="1434509"/>
                </a:cubicBezTo>
                <a:cubicBezTo>
                  <a:pt x="1370889" y="1446467"/>
                  <a:pt x="1373860" y="1458668"/>
                  <a:pt x="1384178" y="1469215"/>
                </a:cubicBezTo>
                <a:cubicBezTo>
                  <a:pt x="1410941" y="1491942"/>
                  <a:pt x="1471369" y="1527058"/>
                  <a:pt x="1471370" y="1527058"/>
                </a:cubicBezTo>
                <a:cubicBezTo>
                  <a:pt x="1505879" y="1529427"/>
                  <a:pt x="1593603" y="1517958"/>
                  <a:pt x="1634856" y="1492352"/>
                </a:cubicBezTo>
                <a:cubicBezTo>
                  <a:pt x="1656772" y="1474523"/>
                  <a:pt x="1663824" y="1451238"/>
                  <a:pt x="1678452" y="1434509"/>
                </a:cubicBezTo>
                <a:cubicBezTo>
                  <a:pt x="1693020" y="1413238"/>
                  <a:pt x="1718865" y="1397562"/>
                  <a:pt x="1732947" y="1376665"/>
                </a:cubicBezTo>
                <a:cubicBezTo>
                  <a:pt x="1758000" y="1340400"/>
                  <a:pt x="1798341" y="1260979"/>
                  <a:pt x="1798341" y="1260979"/>
                </a:cubicBezTo>
                <a:cubicBezTo>
                  <a:pt x="1805066" y="1241085"/>
                  <a:pt x="1804464" y="1223271"/>
                  <a:pt x="1809240" y="1203136"/>
                </a:cubicBezTo>
                <a:cubicBezTo>
                  <a:pt x="1823522" y="1154572"/>
                  <a:pt x="1837953" y="1154155"/>
                  <a:pt x="1809240" y="1087450"/>
                </a:cubicBezTo>
                <a:cubicBezTo>
                  <a:pt x="1803484" y="1067678"/>
                  <a:pt x="1779680" y="1060936"/>
                  <a:pt x="1765644" y="1041176"/>
                </a:cubicBezTo>
                <a:cubicBezTo>
                  <a:pt x="1735596" y="994273"/>
                  <a:pt x="1690088" y="942496"/>
                  <a:pt x="1667553" y="879216"/>
                </a:cubicBezTo>
                <a:cubicBezTo>
                  <a:pt x="1638347" y="796216"/>
                  <a:pt x="1639263" y="789552"/>
                  <a:pt x="1602159" y="717254"/>
                </a:cubicBezTo>
                <a:cubicBezTo>
                  <a:pt x="1583590" y="685586"/>
                  <a:pt x="1564057" y="634370"/>
                  <a:pt x="1525865" y="613137"/>
                </a:cubicBezTo>
                <a:cubicBezTo>
                  <a:pt x="1481603" y="577421"/>
                  <a:pt x="1417974" y="562105"/>
                  <a:pt x="1362380" y="555294"/>
                </a:cubicBezTo>
                <a:cubicBezTo>
                  <a:pt x="1327322" y="551513"/>
                  <a:pt x="1297051" y="548565"/>
                  <a:pt x="1264289" y="543725"/>
                </a:cubicBezTo>
                <a:cubicBezTo>
                  <a:pt x="1253105" y="539544"/>
                  <a:pt x="1238537" y="541789"/>
                  <a:pt x="1231591" y="532156"/>
                </a:cubicBezTo>
                <a:cubicBezTo>
                  <a:pt x="1200035" y="484417"/>
                  <a:pt x="1219165" y="428164"/>
                  <a:pt x="1220693" y="370196"/>
                </a:cubicBezTo>
                <a:cubicBezTo>
                  <a:pt x="1221759" y="342414"/>
                  <a:pt x="1233732" y="312663"/>
                  <a:pt x="1242490" y="289216"/>
                </a:cubicBezTo>
                <a:cubicBezTo>
                  <a:pt x="1239118" y="271156"/>
                  <a:pt x="1241804" y="252829"/>
                  <a:pt x="1231591" y="242941"/>
                </a:cubicBezTo>
                <a:cubicBezTo>
                  <a:pt x="1223823" y="233465"/>
                  <a:pt x="1208974" y="237317"/>
                  <a:pt x="1198894" y="231373"/>
                </a:cubicBezTo>
                <a:cubicBezTo>
                  <a:pt x="1170932" y="208555"/>
                  <a:pt x="1142876" y="184935"/>
                  <a:pt x="1111702" y="161961"/>
                </a:cubicBezTo>
                <a:cubicBezTo>
                  <a:pt x="1101642" y="136262"/>
                  <a:pt x="1020018" y="82785"/>
                  <a:pt x="980914" y="57844"/>
                </a:cubicBezTo>
                <a:cubicBezTo>
                  <a:pt x="965763" y="49348"/>
                  <a:pt x="952221" y="26738"/>
                  <a:pt x="937318" y="23137"/>
                </a:cubicBezTo>
                <a:cubicBezTo>
                  <a:pt x="880318" y="4544"/>
                  <a:pt x="912896" y="13956"/>
                  <a:pt x="817428" y="0"/>
                </a:cubicBezTo>
                <a:cubicBezTo>
                  <a:pt x="766408" y="9668"/>
                  <a:pt x="743197" y="10290"/>
                  <a:pt x="697539" y="23137"/>
                </a:cubicBezTo>
                <a:cubicBezTo>
                  <a:pt x="681815" y="26996"/>
                  <a:pt x="668398" y="32021"/>
                  <a:pt x="653943" y="34706"/>
                </a:cubicBezTo>
                <a:cubicBezTo>
                  <a:pt x="646045" y="49578"/>
                  <a:pt x="636366" y="64056"/>
                  <a:pt x="632144" y="80980"/>
                </a:cubicBezTo>
                <a:cubicBezTo>
                  <a:pt x="614887" y="143614"/>
                  <a:pt x="661212" y="189862"/>
                  <a:pt x="686639" y="242941"/>
                </a:cubicBezTo>
                <a:cubicBezTo>
                  <a:pt x="692699" y="260816"/>
                  <a:pt x="697163" y="282668"/>
                  <a:pt x="708438" y="300784"/>
                </a:cubicBezTo>
                <a:cubicBezTo>
                  <a:pt x="714842" y="313853"/>
                  <a:pt x="729724" y="317483"/>
                  <a:pt x="741134" y="323921"/>
                </a:cubicBezTo>
                <a:cubicBezTo>
                  <a:pt x="742698" y="335987"/>
                  <a:pt x="752836" y="348633"/>
                  <a:pt x="752034" y="358627"/>
                </a:cubicBezTo>
                <a:cubicBezTo>
                  <a:pt x="750275" y="370516"/>
                  <a:pt x="748159" y="382960"/>
                  <a:pt x="741134" y="393333"/>
                </a:cubicBezTo>
                <a:cubicBezTo>
                  <a:pt x="711929" y="432650"/>
                  <a:pt x="677211" y="462443"/>
                  <a:pt x="632144" y="497451"/>
                </a:cubicBezTo>
                <a:cubicBezTo>
                  <a:pt x="610682" y="513397"/>
                  <a:pt x="566751" y="543725"/>
                  <a:pt x="566750" y="543725"/>
                </a:cubicBezTo>
                <a:cubicBezTo>
                  <a:pt x="559727" y="556666"/>
                  <a:pt x="555952" y="569023"/>
                  <a:pt x="544952" y="578431"/>
                </a:cubicBezTo>
                <a:cubicBezTo>
                  <a:pt x="521584" y="601367"/>
                  <a:pt x="490717" y="623823"/>
                  <a:pt x="457759" y="636274"/>
                </a:cubicBezTo>
                <a:cubicBezTo>
                  <a:pt x="442119" y="640252"/>
                  <a:pt x="429916" y="645121"/>
                  <a:pt x="414163" y="647843"/>
                </a:cubicBezTo>
                <a:cubicBezTo>
                  <a:pt x="372572" y="661300"/>
                  <a:pt x="379394" y="665098"/>
                  <a:pt x="326972" y="670980"/>
                </a:cubicBezTo>
                <a:cubicBezTo>
                  <a:pt x="274892" y="671314"/>
                  <a:pt x="221640" y="680308"/>
                  <a:pt x="163486" y="682549"/>
                </a:cubicBezTo>
                <a:cubicBezTo>
                  <a:pt x="157883" y="703075"/>
                  <a:pt x="150672" y="726552"/>
                  <a:pt x="141688" y="751961"/>
                </a:cubicBezTo>
                <a:cubicBezTo>
                  <a:pt x="138973" y="771405"/>
                  <a:pt x="134380" y="794006"/>
                  <a:pt x="130788" y="809804"/>
                </a:cubicBezTo>
                <a:cubicBezTo>
                  <a:pt x="118853" y="878802"/>
                  <a:pt x="123314" y="872729"/>
                  <a:pt x="108991" y="937059"/>
                </a:cubicBezTo>
                <a:cubicBezTo>
                  <a:pt x="99090" y="983403"/>
                  <a:pt x="104112" y="987238"/>
                  <a:pt x="65394" y="1018038"/>
                </a:cubicBezTo>
                <a:cubicBezTo>
                  <a:pt x="63922" y="1023233"/>
                  <a:pt x="95253" y="952466"/>
                  <a:pt x="87192" y="971764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75415 w 1578611"/>
                      <a:gd name="csY0" fmla="*/ 791852 h 1272619"/>
                      <a:gd name="csX1" fmla="*/ 18854 w 1578611"/>
                      <a:gd name="csY1" fmla="*/ 923827 h 1272619"/>
                      <a:gd name="csX2" fmla="*/ 9427 w 1578611"/>
                      <a:gd name="csY2" fmla="*/ 961535 h 1272619"/>
                      <a:gd name="csX3" fmla="*/ 0 w 1578611"/>
                      <a:gd name="csY3" fmla="*/ 989815 h 1272619"/>
                      <a:gd name="csX4" fmla="*/ 18854 w 1578611"/>
                      <a:gd name="csY4" fmla="*/ 1102937 h 1272619"/>
                      <a:gd name="csX5" fmla="*/ 56561 w 1578611"/>
                      <a:gd name="csY5" fmla="*/ 1168924 h 1272619"/>
                      <a:gd name="csX6" fmla="*/ 84842 w 1578611"/>
                      <a:gd name="csY6" fmla="*/ 1187778 h 1272619"/>
                      <a:gd name="csX7" fmla="*/ 113122 w 1578611"/>
                      <a:gd name="csY7" fmla="*/ 1216058 h 1272619"/>
                      <a:gd name="csX8" fmla="*/ 169683 w 1578611"/>
                      <a:gd name="csY8" fmla="*/ 1234912 h 1272619"/>
                      <a:gd name="csX9" fmla="*/ 226244 w 1578611"/>
                      <a:gd name="csY9" fmla="*/ 1253765 h 1272619"/>
                      <a:gd name="csX10" fmla="*/ 254524 w 1578611"/>
                      <a:gd name="csY10" fmla="*/ 1263192 h 1272619"/>
                      <a:gd name="csX11" fmla="*/ 320512 w 1578611"/>
                      <a:gd name="csY11" fmla="*/ 1272619 h 1272619"/>
                      <a:gd name="csX12" fmla="*/ 452487 w 1578611"/>
                      <a:gd name="csY12" fmla="*/ 1263192 h 1272619"/>
                      <a:gd name="csX13" fmla="*/ 490194 w 1578611"/>
                      <a:gd name="csY13" fmla="*/ 1253765 h 1272619"/>
                      <a:gd name="csX14" fmla="*/ 546755 w 1578611"/>
                      <a:gd name="csY14" fmla="*/ 1216058 h 1272619"/>
                      <a:gd name="csX15" fmla="*/ 631596 w 1578611"/>
                      <a:gd name="csY15" fmla="*/ 1140644 h 1272619"/>
                      <a:gd name="csX16" fmla="*/ 669304 w 1578611"/>
                      <a:gd name="csY16" fmla="*/ 1074656 h 1272619"/>
                      <a:gd name="csX17" fmla="*/ 716438 w 1578611"/>
                      <a:gd name="csY17" fmla="*/ 1036949 h 1272619"/>
                      <a:gd name="csX18" fmla="*/ 810706 w 1578611"/>
                      <a:gd name="csY18" fmla="*/ 1008669 h 1272619"/>
                      <a:gd name="csX19" fmla="*/ 999242 w 1578611"/>
                      <a:gd name="csY19" fmla="*/ 1027522 h 1272619"/>
                      <a:gd name="csX20" fmla="*/ 1074656 w 1578611"/>
                      <a:gd name="csY20" fmla="*/ 1084083 h 1272619"/>
                      <a:gd name="csX21" fmla="*/ 1112363 w 1578611"/>
                      <a:gd name="csY21" fmla="*/ 1112363 h 1272619"/>
                      <a:gd name="csX22" fmla="*/ 1178351 w 1578611"/>
                      <a:gd name="csY22" fmla="*/ 1168924 h 1272619"/>
                      <a:gd name="csX23" fmla="*/ 1197205 w 1578611"/>
                      <a:gd name="csY23" fmla="*/ 1197205 h 1272619"/>
                      <a:gd name="csX24" fmla="*/ 1272619 w 1578611"/>
                      <a:gd name="csY24" fmla="*/ 1244339 h 1272619"/>
                      <a:gd name="csX25" fmla="*/ 1414021 w 1578611"/>
                      <a:gd name="csY25" fmla="*/ 1216058 h 1272619"/>
                      <a:gd name="csX26" fmla="*/ 1451728 w 1578611"/>
                      <a:gd name="csY26" fmla="*/ 1168924 h 1272619"/>
                      <a:gd name="csX27" fmla="*/ 1498862 w 1578611"/>
                      <a:gd name="csY27" fmla="*/ 1121790 h 1272619"/>
                      <a:gd name="csX28" fmla="*/ 1555423 w 1578611"/>
                      <a:gd name="csY28" fmla="*/ 1027522 h 1272619"/>
                      <a:gd name="csX29" fmla="*/ 1564850 w 1578611"/>
                      <a:gd name="csY29" fmla="*/ 980388 h 1272619"/>
                      <a:gd name="csX30" fmla="*/ 1564850 w 1578611"/>
                      <a:gd name="csY30" fmla="*/ 886120 h 1272619"/>
                      <a:gd name="csX31" fmla="*/ 1527143 w 1578611"/>
                      <a:gd name="csY31" fmla="*/ 848413 h 1272619"/>
                      <a:gd name="csX32" fmla="*/ 1442302 w 1578611"/>
                      <a:gd name="csY32" fmla="*/ 716438 h 1272619"/>
                      <a:gd name="csX33" fmla="*/ 1385741 w 1578611"/>
                      <a:gd name="csY33" fmla="*/ 584462 h 1272619"/>
                      <a:gd name="csX34" fmla="*/ 1319753 w 1578611"/>
                      <a:gd name="csY34" fmla="*/ 499621 h 1272619"/>
                      <a:gd name="csX35" fmla="*/ 1178351 w 1578611"/>
                      <a:gd name="csY35" fmla="*/ 452487 h 1272619"/>
                      <a:gd name="csX36" fmla="*/ 1093510 w 1578611"/>
                      <a:gd name="csY36" fmla="*/ 443060 h 1272619"/>
                      <a:gd name="csX37" fmla="*/ 1065229 w 1578611"/>
                      <a:gd name="csY37" fmla="*/ 433633 h 1272619"/>
                      <a:gd name="csX38" fmla="*/ 1055803 w 1578611"/>
                      <a:gd name="csY38" fmla="*/ 301658 h 1272619"/>
                      <a:gd name="csX39" fmla="*/ 1074656 w 1578611"/>
                      <a:gd name="csY39" fmla="*/ 235671 h 1272619"/>
                      <a:gd name="csX40" fmla="*/ 1065229 w 1578611"/>
                      <a:gd name="csY40" fmla="*/ 197963 h 1272619"/>
                      <a:gd name="csX41" fmla="*/ 1036949 w 1578611"/>
                      <a:gd name="csY41" fmla="*/ 188537 h 1272619"/>
                      <a:gd name="csX42" fmla="*/ 961535 w 1578611"/>
                      <a:gd name="csY42" fmla="*/ 131976 h 1272619"/>
                      <a:gd name="csX43" fmla="*/ 848413 w 1578611"/>
                      <a:gd name="csY43" fmla="*/ 47135 h 1272619"/>
                      <a:gd name="csX44" fmla="*/ 810706 w 1578611"/>
                      <a:gd name="csY44" fmla="*/ 18854 h 1272619"/>
                      <a:gd name="csX45" fmla="*/ 707011 w 1578611"/>
                      <a:gd name="csY45" fmla="*/ 0 h 1272619"/>
                      <a:gd name="csX46" fmla="*/ 603316 w 1578611"/>
                      <a:gd name="csY46" fmla="*/ 18854 h 1272619"/>
                      <a:gd name="csX47" fmla="*/ 565609 w 1578611"/>
                      <a:gd name="csY47" fmla="*/ 28281 h 1272619"/>
                      <a:gd name="csX48" fmla="*/ 546755 w 1578611"/>
                      <a:gd name="csY48" fmla="*/ 65988 h 1272619"/>
                      <a:gd name="csX49" fmla="*/ 593889 w 1578611"/>
                      <a:gd name="csY49" fmla="*/ 197963 h 1272619"/>
                      <a:gd name="csX50" fmla="*/ 612743 w 1578611"/>
                      <a:gd name="csY50" fmla="*/ 245097 h 1272619"/>
                      <a:gd name="csX51" fmla="*/ 641023 w 1578611"/>
                      <a:gd name="csY51" fmla="*/ 263951 h 1272619"/>
                      <a:gd name="csX52" fmla="*/ 650450 w 1578611"/>
                      <a:gd name="csY52" fmla="*/ 292231 h 1272619"/>
                      <a:gd name="csX53" fmla="*/ 641023 w 1578611"/>
                      <a:gd name="csY53" fmla="*/ 320512 h 1272619"/>
                      <a:gd name="csX54" fmla="*/ 546755 w 1578611"/>
                      <a:gd name="csY54" fmla="*/ 405353 h 1272619"/>
                      <a:gd name="csX55" fmla="*/ 490194 w 1578611"/>
                      <a:gd name="csY55" fmla="*/ 443060 h 1272619"/>
                      <a:gd name="csX56" fmla="*/ 471341 w 1578611"/>
                      <a:gd name="csY56" fmla="*/ 471341 h 1272619"/>
                      <a:gd name="csX57" fmla="*/ 395926 w 1578611"/>
                      <a:gd name="csY57" fmla="*/ 518475 h 1272619"/>
                      <a:gd name="csX58" fmla="*/ 358219 w 1578611"/>
                      <a:gd name="csY58" fmla="*/ 527902 h 1272619"/>
                      <a:gd name="csX59" fmla="*/ 282805 w 1578611"/>
                      <a:gd name="csY59" fmla="*/ 546755 h 1272619"/>
                      <a:gd name="csX60" fmla="*/ 141403 w 1578611"/>
                      <a:gd name="csY60" fmla="*/ 556182 h 1272619"/>
                      <a:gd name="csX61" fmla="*/ 122549 w 1578611"/>
                      <a:gd name="csY61" fmla="*/ 612743 h 1272619"/>
                      <a:gd name="csX62" fmla="*/ 113122 w 1578611"/>
                      <a:gd name="csY62" fmla="*/ 659877 h 1272619"/>
                      <a:gd name="csX63" fmla="*/ 94269 w 1578611"/>
                      <a:gd name="csY63" fmla="*/ 763572 h 1272619"/>
                      <a:gd name="csX64" fmla="*/ 56561 w 1578611"/>
                      <a:gd name="csY64" fmla="*/ 829559 h 1272619"/>
                      <a:gd name="csX65" fmla="*/ 75415 w 1578611"/>
                      <a:gd name="csY65" fmla="*/ 791852 h 127261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  <a:cxn ang="0">
                        <a:pos x="csX57" y="csY57"/>
                      </a:cxn>
                      <a:cxn ang="0">
                        <a:pos x="csX58" y="csY58"/>
                      </a:cxn>
                      <a:cxn ang="0">
                        <a:pos x="csX59" y="csY59"/>
                      </a:cxn>
                      <a:cxn ang="0">
                        <a:pos x="csX60" y="csY60"/>
                      </a:cxn>
                      <a:cxn ang="0">
                        <a:pos x="csX61" y="csY61"/>
                      </a:cxn>
                      <a:cxn ang="0">
                        <a:pos x="csX62" y="csY62"/>
                      </a:cxn>
                      <a:cxn ang="0">
                        <a:pos x="csX63" y="csY63"/>
                      </a:cxn>
                      <a:cxn ang="0">
                        <a:pos x="csX64" y="csY64"/>
                      </a:cxn>
                      <a:cxn ang="0">
                        <a:pos x="csX65" y="csY65"/>
                      </a:cxn>
                    </a:cxnLst>
                    <a:rect l="l" t="t" r="r" b="b"/>
                    <a:pathLst>
                      <a:path w="1578611" h="1272619">
                        <a:moveTo>
                          <a:pt x="75415" y="791852"/>
                        </a:moveTo>
                        <a:cubicBezTo>
                          <a:pt x="69130" y="807563"/>
                          <a:pt x="36201" y="879220"/>
                          <a:pt x="18854" y="923827"/>
                        </a:cubicBezTo>
                        <a:cubicBezTo>
                          <a:pt x="14158" y="935902"/>
                          <a:pt x="12986" y="949077"/>
                          <a:pt x="9427" y="961535"/>
                        </a:cubicBezTo>
                        <a:cubicBezTo>
                          <a:pt x="6697" y="971089"/>
                          <a:pt x="3142" y="980388"/>
                          <a:pt x="0" y="989815"/>
                        </a:cubicBezTo>
                        <a:cubicBezTo>
                          <a:pt x="5248" y="1037045"/>
                          <a:pt x="2272" y="1064245"/>
                          <a:pt x="18854" y="1102937"/>
                        </a:cubicBezTo>
                        <a:cubicBezTo>
                          <a:pt x="24398" y="1115873"/>
                          <a:pt x="44729" y="1157092"/>
                          <a:pt x="56561" y="1168924"/>
                        </a:cubicBezTo>
                        <a:cubicBezTo>
                          <a:pt x="64572" y="1176935"/>
                          <a:pt x="76138" y="1180525"/>
                          <a:pt x="84842" y="1187778"/>
                        </a:cubicBezTo>
                        <a:cubicBezTo>
                          <a:pt x="95083" y="1196312"/>
                          <a:pt x="101468" y="1209584"/>
                          <a:pt x="113122" y="1216058"/>
                        </a:cubicBezTo>
                        <a:cubicBezTo>
                          <a:pt x="130495" y="1225709"/>
                          <a:pt x="150829" y="1228627"/>
                          <a:pt x="169683" y="1234912"/>
                        </a:cubicBezTo>
                        <a:lnTo>
                          <a:pt x="226244" y="1253765"/>
                        </a:lnTo>
                        <a:cubicBezTo>
                          <a:pt x="235671" y="1256907"/>
                          <a:pt x="244687" y="1261787"/>
                          <a:pt x="254524" y="1263192"/>
                        </a:cubicBezTo>
                        <a:lnTo>
                          <a:pt x="320512" y="1272619"/>
                        </a:lnTo>
                        <a:cubicBezTo>
                          <a:pt x="364504" y="1269477"/>
                          <a:pt x="408653" y="1268063"/>
                          <a:pt x="452487" y="1263192"/>
                        </a:cubicBezTo>
                        <a:cubicBezTo>
                          <a:pt x="465364" y="1261761"/>
                          <a:pt x="478606" y="1259559"/>
                          <a:pt x="490194" y="1253765"/>
                        </a:cubicBezTo>
                        <a:cubicBezTo>
                          <a:pt x="510461" y="1243631"/>
                          <a:pt x="527901" y="1228627"/>
                          <a:pt x="546755" y="1216058"/>
                        </a:cubicBezTo>
                        <a:cubicBezTo>
                          <a:pt x="576645" y="1196132"/>
                          <a:pt x="615449" y="1172936"/>
                          <a:pt x="631596" y="1140644"/>
                        </a:cubicBezTo>
                        <a:cubicBezTo>
                          <a:pt x="638989" y="1125858"/>
                          <a:pt x="655980" y="1087980"/>
                          <a:pt x="669304" y="1074656"/>
                        </a:cubicBezTo>
                        <a:cubicBezTo>
                          <a:pt x="683531" y="1060429"/>
                          <a:pt x="699185" y="1047301"/>
                          <a:pt x="716438" y="1036949"/>
                        </a:cubicBezTo>
                        <a:cubicBezTo>
                          <a:pt x="747446" y="1018344"/>
                          <a:pt x="776334" y="1015543"/>
                          <a:pt x="810706" y="1008669"/>
                        </a:cubicBezTo>
                        <a:cubicBezTo>
                          <a:pt x="825108" y="1009777"/>
                          <a:pt x="963362" y="1017736"/>
                          <a:pt x="999242" y="1027522"/>
                        </a:cubicBezTo>
                        <a:cubicBezTo>
                          <a:pt x="1040436" y="1038757"/>
                          <a:pt x="1042712" y="1056132"/>
                          <a:pt x="1074656" y="1084083"/>
                        </a:cubicBezTo>
                        <a:cubicBezTo>
                          <a:pt x="1086480" y="1094429"/>
                          <a:pt x="1100434" y="1102138"/>
                          <a:pt x="1112363" y="1112363"/>
                        </a:cubicBezTo>
                        <a:cubicBezTo>
                          <a:pt x="1204273" y="1191143"/>
                          <a:pt x="1068086" y="1086226"/>
                          <a:pt x="1178351" y="1168924"/>
                        </a:cubicBezTo>
                        <a:cubicBezTo>
                          <a:pt x="1184636" y="1178351"/>
                          <a:pt x="1188358" y="1190127"/>
                          <a:pt x="1197205" y="1197205"/>
                        </a:cubicBezTo>
                        <a:cubicBezTo>
                          <a:pt x="1220353" y="1215724"/>
                          <a:pt x="1272619" y="1244339"/>
                          <a:pt x="1272619" y="1244339"/>
                        </a:cubicBezTo>
                        <a:cubicBezTo>
                          <a:pt x="1304199" y="1241181"/>
                          <a:pt x="1380180" y="1242379"/>
                          <a:pt x="1414021" y="1216058"/>
                        </a:cubicBezTo>
                        <a:cubicBezTo>
                          <a:pt x="1429903" y="1203705"/>
                          <a:pt x="1438268" y="1183879"/>
                          <a:pt x="1451728" y="1168924"/>
                        </a:cubicBezTo>
                        <a:cubicBezTo>
                          <a:pt x="1466592" y="1152409"/>
                          <a:pt x="1485722" y="1139708"/>
                          <a:pt x="1498862" y="1121790"/>
                        </a:cubicBezTo>
                        <a:cubicBezTo>
                          <a:pt x="1520532" y="1092239"/>
                          <a:pt x="1555423" y="1027522"/>
                          <a:pt x="1555423" y="1027522"/>
                        </a:cubicBezTo>
                        <a:cubicBezTo>
                          <a:pt x="1558565" y="1011811"/>
                          <a:pt x="1560964" y="995932"/>
                          <a:pt x="1564850" y="980388"/>
                        </a:cubicBezTo>
                        <a:cubicBezTo>
                          <a:pt x="1574899" y="940192"/>
                          <a:pt x="1590003" y="941456"/>
                          <a:pt x="1564850" y="886120"/>
                        </a:cubicBezTo>
                        <a:cubicBezTo>
                          <a:pt x="1557495" y="869938"/>
                          <a:pt x="1537550" y="862823"/>
                          <a:pt x="1527143" y="848413"/>
                        </a:cubicBezTo>
                        <a:cubicBezTo>
                          <a:pt x="1496523" y="806016"/>
                          <a:pt x="1460665" y="765406"/>
                          <a:pt x="1442302" y="716438"/>
                        </a:cubicBezTo>
                        <a:cubicBezTo>
                          <a:pt x="1416885" y="648660"/>
                          <a:pt x="1417968" y="643545"/>
                          <a:pt x="1385741" y="584462"/>
                        </a:cubicBezTo>
                        <a:cubicBezTo>
                          <a:pt x="1370995" y="557427"/>
                          <a:pt x="1348413" y="515998"/>
                          <a:pt x="1319753" y="499621"/>
                        </a:cubicBezTo>
                        <a:cubicBezTo>
                          <a:pt x="1276888" y="475127"/>
                          <a:pt x="1227292" y="459479"/>
                          <a:pt x="1178351" y="452487"/>
                        </a:cubicBezTo>
                        <a:cubicBezTo>
                          <a:pt x="1150183" y="448463"/>
                          <a:pt x="1121790" y="446202"/>
                          <a:pt x="1093510" y="443060"/>
                        </a:cubicBezTo>
                        <a:cubicBezTo>
                          <a:pt x="1084083" y="439918"/>
                          <a:pt x="1071005" y="441719"/>
                          <a:pt x="1065229" y="433633"/>
                        </a:cubicBezTo>
                        <a:cubicBezTo>
                          <a:pt x="1035077" y="391421"/>
                          <a:pt x="1048102" y="347864"/>
                          <a:pt x="1055803" y="301658"/>
                        </a:cubicBezTo>
                        <a:cubicBezTo>
                          <a:pt x="1059750" y="277978"/>
                          <a:pt x="1067183" y="258090"/>
                          <a:pt x="1074656" y="235671"/>
                        </a:cubicBezTo>
                        <a:cubicBezTo>
                          <a:pt x="1071514" y="223102"/>
                          <a:pt x="1073323" y="208080"/>
                          <a:pt x="1065229" y="197963"/>
                        </a:cubicBezTo>
                        <a:cubicBezTo>
                          <a:pt x="1059022" y="190204"/>
                          <a:pt x="1045332" y="193872"/>
                          <a:pt x="1036949" y="188537"/>
                        </a:cubicBezTo>
                        <a:cubicBezTo>
                          <a:pt x="1010439" y="171667"/>
                          <a:pt x="986673" y="150830"/>
                          <a:pt x="961535" y="131976"/>
                        </a:cubicBezTo>
                        <a:lnTo>
                          <a:pt x="848413" y="47135"/>
                        </a:lnTo>
                        <a:cubicBezTo>
                          <a:pt x="835844" y="37708"/>
                          <a:pt x="825611" y="23822"/>
                          <a:pt x="810706" y="18854"/>
                        </a:cubicBezTo>
                        <a:cubicBezTo>
                          <a:pt x="758391" y="1416"/>
                          <a:pt x="792285" y="10660"/>
                          <a:pt x="707011" y="0"/>
                        </a:cubicBezTo>
                        <a:cubicBezTo>
                          <a:pt x="666080" y="6822"/>
                          <a:pt x="642842" y="10070"/>
                          <a:pt x="603316" y="18854"/>
                        </a:cubicBezTo>
                        <a:cubicBezTo>
                          <a:pt x="590669" y="21665"/>
                          <a:pt x="578178" y="25139"/>
                          <a:pt x="565609" y="28281"/>
                        </a:cubicBezTo>
                        <a:cubicBezTo>
                          <a:pt x="559324" y="40850"/>
                          <a:pt x="548153" y="52005"/>
                          <a:pt x="546755" y="65988"/>
                        </a:cubicBezTo>
                        <a:cubicBezTo>
                          <a:pt x="541563" y="117902"/>
                          <a:pt x="575923" y="153050"/>
                          <a:pt x="593889" y="197963"/>
                        </a:cubicBezTo>
                        <a:cubicBezTo>
                          <a:pt x="600174" y="213674"/>
                          <a:pt x="602908" y="231327"/>
                          <a:pt x="612743" y="245097"/>
                        </a:cubicBezTo>
                        <a:cubicBezTo>
                          <a:pt x="619328" y="254316"/>
                          <a:pt x="631596" y="257666"/>
                          <a:pt x="641023" y="263951"/>
                        </a:cubicBezTo>
                        <a:cubicBezTo>
                          <a:pt x="644165" y="273378"/>
                          <a:pt x="650450" y="282294"/>
                          <a:pt x="650450" y="292231"/>
                        </a:cubicBezTo>
                        <a:cubicBezTo>
                          <a:pt x="650450" y="302168"/>
                          <a:pt x="647124" y="312668"/>
                          <a:pt x="641023" y="320512"/>
                        </a:cubicBezTo>
                        <a:cubicBezTo>
                          <a:pt x="614915" y="354079"/>
                          <a:pt x="581302" y="381170"/>
                          <a:pt x="546755" y="405353"/>
                        </a:cubicBezTo>
                        <a:cubicBezTo>
                          <a:pt x="528192" y="418347"/>
                          <a:pt x="490194" y="443060"/>
                          <a:pt x="490194" y="443060"/>
                        </a:cubicBezTo>
                        <a:cubicBezTo>
                          <a:pt x="483910" y="452487"/>
                          <a:pt x="480188" y="464263"/>
                          <a:pt x="471341" y="471341"/>
                        </a:cubicBezTo>
                        <a:cubicBezTo>
                          <a:pt x="448193" y="489860"/>
                          <a:pt x="424685" y="511285"/>
                          <a:pt x="395926" y="518475"/>
                        </a:cubicBezTo>
                        <a:cubicBezTo>
                          <a:pt x="383357" y="521617"/>
                          <a:pt x="370676" y="524343"/>
                          <a:pt x="358219" y="527902"/>
                        </a:cubicBezTo>
                        <a:cubicBezTo>
                          <a:pt x="322588" y="538082"/>
                          <a:pt x="327026" y="542333"/>
                          <a:pt x="282805" y="546755"/>
                        </a:cubicBezTo>
                        <a:cubicBezTo>
                          <a:pt x="235801" y="551456"/>
                          <a:pt x="188537" y="553040"/>
                          <a:pt x="141403" y="556182"/>
                        </a:cubicBezTo>
                        <a:cubicBezTo>
                          <a:pt x="135118" y="575036"/>
                          <a:pt x="126447" y="593255"/>
                          <a:pt x="122549" y="612743"/>
                        </a:cubicBezTo>
                        <a:cubicBezTo>
                          <a:pt x="119407" y="628454"/>
                          <a:pt x="115988" y="644113"/>
                          <a:pt x="113122" y="659877"/>
                        </a:cubicBezTo>
                        <a:cubicBezTo>
                          <a:pt x="102893" y="716134"/>
                          <a:pt x="105907" y="711199"/>
                          <a:pt x="94269" y="763572"/>
                        </a:cubicBezTo>
                        <a:cubicBezTo>
                          <a:pt x="85723" y="802031"/>
                          <a:pt x="89770" y="804653"/>
                          <a:pt x="56561" y="829559"/>
                        </a:cubicBezTo>
                        <a:cubicBezTo>
                          <a:pt x="54047" y="831444"/>
                          <a:pt x="81700" y="776141"/>
                          <a:pt x="75415" y="791852"/>
                        </a:cubicBezTo>
                        <a:close/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  <a:effectLst>
            <a:outerShdw blurRad="214292" dist="86235" dir="3240000" algn="ctr" rotWithShape="0">
              <a:schemeClr val="tx1">
                <a:alpha val="91136"/>
              </a:schemeClr>
            </a:outerShdw>
            <a:reflection stA="0" endPos="64000" dist="50800" dir="5400000" sy="-100000" algn="bl" rotWithShape="0"/>
          </a:effectLst>
          <a:scene3d>
            <a:camera prst="orthographicFront"/>
            <a:lightRig rig="threePt" dir="t">
              <a:rot lat="0" lon="0" rev="11400000"/>
            </a:lightRig>
          </a:scene3d>
          <a:sp3d prstMaterial="dkEdg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126" dirty="0"/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69CFF6FD-0438-6938-CB22-CA9437E5C0C3}"/>
              </a:ext>
            </a:extLst>
          </p:cNvPr>
          <p:cNvSpPr/>
          <p:nvPr/>
        </p:nvSpPr>
        <p:spPr>
          <a:xfrm>
            <a:off x="3662317" y="684119"/>
            <a:ext cx="1287856" cy="2833960"/>
          </a:xfrm>
          <a:prstGeom prst="roundRect">
            <a:avLst>
              <a:gd name="adj" fmla="val 26751"/>
            </a:avLst>
          </a:prstGeom>
          <a:solidFill>
            <a:schemeClr val="tx2">
              <a:lumMod val="10000"/>
              <a:lumOff val="90000"/>
            </a:schemeClr>
          </a:solidFill>
          <a:ln w="158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890" dirty="0">
                <a:solidFill>
                  <a:schemeClr val="tx1"/>
                </a:solidFill>
              </a:rPr>
              <a:t>Weather</a:t>
            </a:r>
          </a:p>
          <a:p>
            <a:pPr algn="ctr"/>
            <a:r>
              <a:rPr lang="en-US" sz="1890" dirty="0">
                <a:solidFill>
                  <a:schemeClr val="tx1"/>
                </a:solidFill>
              </a:rPr>
              <a:t>Synthesis</a:t>
            </a:r>
            <a:endParaRPr lang="en-KR" sz="1890" dirty="0">
              <a:solidFill>
                <a:schemeClr val="tx1"/>
              </a:solidFill>
            </a:endParaRP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E3ABB5C-661C-B29D-51CC-331983E7D96A}"/>
              </a:ext>
            </a:extLst>
          </p:cNvPr>
          <p:cNvCxnSpPr>
            <a:cxnSpLocks/>
          </p:cNvCxnSpPr>
          <p:nvPr/>
        </p:nvCxnSpPr>
        <p:spPr>
          <a:xfrm flipH="1">
            <a:off x="12385960" y="2159376"/>
            <a:ext cx="352578" cy="0"/>
          </a:xfrm>
          <a:prstGeom prst="line">
            <a:avLst/>
          </a:prstGeom>
          <a:ln w="15875">
            <a:solidFill>
              <a:schemeClr val="accent1">
                <a:shade val="15000"/>
              </a:schemeClr>
            </a:solidFill>
            <a:head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4014EDE0-6419-6133-B148-F65AA23DDFE7}"/>
              </a:ext>
            </a:extLst>
          </p:cNvPr>
          <p:cNvSpPr txBox="1"/>
          <p:nvPr/>
        </p:nvSpPr>
        <p:spPr>
          <a:xfrm>
            <a:off x="12104778" y="2710244"/>
            <a:ext cx="3606456" cy="707886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R" sz="2000" dirty="0"/>
              <a:t>Un-weathered</a:t>
            </a:r>
          </a:p>
          <a:p>
            <a:pPr algn="ctr"/>
            <a:r>
              <a:rPr lang="en-US" sz="2000" dirty="0"/>
              <a:t>Clean </a:t>
            </a:r>
            <a:r>
              <a:rPr lang="en-KR" sz="2000" dirty="0"/>
              <a:t>3D Scene</a:t>
            </a:r>
          </a:p>
        </p:txBody>
      </p:sp>
    </p:spTree>
    <p:extLst>
      <p:ext uri="{BB962C8B-B14F-4D97-AF65-F5344CB8AC3E}">
        <p14:creationId xmlns:p14="http://schemas.microsoft.com/office/powerpoint/2010/main" val="1078441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229</TotalTime>
  <Words>24</Words>
  <Application>Microsoft Macintosh PowerPoint</Application>
  <PresentationFormat>Custom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3417</dc:creator>
  <cp:lastModifiedBy>Yoonho Lee</cp:lastModifiedBy>
  <cp:revision>6</cp:revision>
  <dcterms:created xsi:type="dcterms:W3CDTF">2025-11-13T02:46:00Z</dcterms:created>
  <dcterms:modified xsi:type="dcterms:W3CDTF">2026-03-27T08:08:53Z</dcterms:modified>
</cp:coreProperties>
</file>